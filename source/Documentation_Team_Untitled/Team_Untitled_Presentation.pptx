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4" r:id="rId1"/>
  </p:sldMasterIdLst>
  <p:sldIdLst>
    <p:sldId id="256" r:id="rId2"/>
    <p:sldId id="257" r:id="rId3"/>
    <p:sldId id="258" r:id="rId4"/>
    <p:sldId id="281" r:id="rId5"/>
    <p:sldId id="282" r:id="rId6"/>
    <p:sldId id="260" r:id="rId7"/>
    <p:sldId id="261" r:id="rId8"/>
    <p:sldId id="262" r:id="rId9"/>
    <p:sldId id="285" r:id="rId10"/>
    <p:sldId id="274" r:id="rId11"/>
    <p:sldId id="263" r:id="rId12"/>
    <p:sldId id="264" r:id="rId13"/>
    <p:sldId id="280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B30170-59E3-EB3C-65CC-7E0361EED645}" v="6" dt="2025-03-07T21:03:23.532"/>
    <p1510:client id="{4766E63C-F72D-5F13-20ED-C835010FBA24}" v="10" dt="2025-03-07T21:02:02.750"/>
    <p1510:client id="{593D3560-340C-3DF4-EDBE-E4496C2D3F38}" v="267" dt="2025-03-06T09:07:00.326"/>
    <p1510:client id="{69E0AD34-F7CF-6D93-7E8A-057C0CE0A5C1}" v="11" dt="2025-03-07T20:32:27.272"/>
    <p1510:client id="{7BEDEDF1-243D-8BD9-9349-2B5C1D757258}" v="3" dt="2025-03-07T20:34:46.464"/>
    <p1510:client id="{7C6CDCA4-EEED-10E4-3505-F597C74D7094}" v="59" dt="2025-03-06T09:35:32.533"/>
    <p1510:client id="{814AB64F-4F89-8E35-9302-E3F97DCF795D}" v="204" dt="2025-03-06T14:54:35.596"/>
    <p1510:client id="{8DFBA6E9-45A5-1CF6-5896-926942445633}" v="103" dt="2025-03-07T20:50:36.107"/>
    <p1510:client id="{A10A02D9-CE93-15DF-2BC3-A27438D34591}" v="13" dt="2025-03-06T22:14:35.601"/>
    <p1510:client id="{D1B67EE3-D333-6B64-60DC-718755A914D7}" v="34" dt="2025-03-06T21:03:31.8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828"/>
    <p:restoredTop sz="94668"/>
  </p:normalViewPr>
  <p:slideViewPr>
    <p:cSldViewPr snapToGrid="0">
      <p:cViewPr varScale="1">
        <p:scale>
          <a:sx n="52" d="100"/>
          <a:sy n="52" d="100"/>
        </p:scale>
        <p:origin x="192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7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7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239F83-5D43-4B46-AABD-FD9F47976263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0C0A95C-1BBF-44EA-9D88-55AC0A84BD1B}">
      <dgm:prSet/>
      <dgm:spPr/>
      <dgm:t>
        <a:bodyPr/>
        <a:lstStyle/>
        <a:p>
          <a:r>
            <a:rPr lang="en-GB"/>
            <a:t>The objective of this study is to investigate the reconstruction of inputs in </a:t>
          </a:r>
          <a:r>
            <a:rPr lang="en-GB" b="1"/>
            <a:t>Hierarchical Temporal Memory (HTM)</a:t>
          </a:r>
          <a:r>
            <a:rPr lang="en-GB"/>
            <a:t> networks using classifiers. Specifically, the study aims to:</a:t>
          </a:r>
          <a:endParaRPr lang="en-US"/>
        </a:p>
      </dgm:t>
    </dgm:pt>
    <dgm:pt modelId="{904363F4-473C-43B6-B1FD-9E537429F9B9}" type="parTrans" cxnId="{C5689E33-0FB3-450E-9EAC-2116C5D84B69}">
      <dgm:prSet/>
      <dgm:spPr/>
      <dgm:t>
        <a:bodyPr/>
        <a:lstStyle/>
        <a:p>
          <a:endParaRPr lang="en-US"/>
        </a:p>
      </dgm:t>
    </dgm:pt>
    <dgm:pt modelId="{67FEDC6A-12C2-4434-A0F8-86E00A0EBD15}" type="sibTrans" cxnId="{C5689E33-0FB3-450E-9EAC-2116C5D84B69}">
      <dgm:prSet/>
      <dgm:spPr/>
      <dgm:t>
        <a:bodyPr/>
        <a:lstStyle/>
        <a:p>
          <a:endParaRPr lang="en-US"/>
        </a:p>
      </dgm:t>
    </dgm:pt>
    <dgm:pt modelId="{00A1FE73-5F44-4C3E-B0CE-0883B43FB28D}">
      <dgm:prSet/>
      <dgm:spPr/>
      <dgm:t>
        <a:bodyPr/>
        <a:lstStyle/>
        <a:p>
          <a:r>
            <a:rPr lang="en-GB" b="1"/>
            <a:t>Implement Input Reconstruction</a:t>
          </a:r>
          <a:r>
            <a:rPr lang="en-GB"/>
            <a:t> using the </a:t>
          </a:r>
          <a:r>
            <a:rPr lang="en-GB" b="1"/>
            <a:t>IClassifier</a:t>
          </a:r>
          <a:r>
            <a:rPr lang="en-GB"/>
            <a:t> interface in HTM.</a:t>
          </a:r>
          <a:endParaRPr lang="en-US"/>
        </a:p>
      </dgm:t>
    </dgm:pt>
    <dgm:pt modelId="{242183CB-4B91-4D6E-B5D9-4FF3A9957715}" type="parTrans" cxnId="{BB2ABEFE-D29C-4131-A340-54FE1BC0D0FA}">
      <dgm:prSet/>
      <dgm:spPr/>
      <dgm:t>
        <a:bodyPr/>
        <a:lstStyle/>
        <a:p>
          <a:endParaRPr lang="en-US"/>
        </a:p>
      </dgm:t>
    </dgm:pt>
    <dgm:pt modelId="{4E106E1A-1C4D-45A6-8CAF-7DF4ED51AF39}" type="sibTrans" cxnId="{BB2ABEFE-D29C-4131-A340-54FE1BC0D0FA}">
      <dgm:prSet/>
      <dgm:spPr/>
      <dgm:t>
        <a:bodyPr/>
        <a:lstStyle/>
        <a:p>
          <a:endParaRPr lang="en-US"/>
        </a:p>
      </dgm:t>
    </dgm:pt>
    <dgm:pt modelId="{A8DD008A-9A50-41BD-AF26-98315739D16A}">
      <dgm:prSet/>
      <dgm:spPr/>
      <dgm:t>
        <a:bodyPr/>
        <a:lstStyle/>
        <a:p>
          <a:r>
            <a:rPr lang="en-GB" b="1"/>
            <a:t>Run and Extend the SpatialLearning Experiment</a:t>
          </a:r>
          <a:r>
            <a:rPr lang="en-GB"/>
            <a:t> to test input regeneration.</a:t>
          </a:r>
          <a:endParaRPr lang="en-US"/>
        </a:p>
      </dgm:t>
    </dgm:pt>
    <dgm:pt modelId="{5918BDDF-2219-4750-A6A2-2F84085ED2D2}" type="parTrans" cxnId="{14F46BA3-CF3F-4144-9B9B-AA37CE02E891}">
      <dgm:prSet/>
      <dgm:spPr/>
      <dgm:t>
        <a:bodyPr/>
        <a:lstStyle/>
        <a:p>
          <a:endParaRPr lang="en-US"/>
        </a:p>
      </dgm:t>
    </dgm:pt>
    <dgm:pt modelId="{45B5622C-037B-48CB-868C-3BD952CDEB5B}" type="sibTrans" cxnId="{14F46BA3-CF3F-4144-9B9B-AA37CE02E891}">
      <dgm:prSet/>
      <dgm:spPr/>
      <dgm:t>
        <a:bodyPr/>
        <a:lstStyle/>
        <a:p>
          <a:endParaRPr lang="en-US"/>
        </a:p>
      </dgm:t>
    </dgm:pt>
    <dgm:pt modelId="{C17F1D15-DF37-43BC-8EB3-CCE815763BC6}">
      <dgm:prSet/>
      <dgm:spPr/>
      <dgm:t>
        <a:bodyPr/>
        <a:lstStyle/>
        <a:p>
          <a:r>
            <a:rPr lang="en-GB" b="1"/>
            <a:t>Visualize Similarity Graphs</a:t>
          </a:r>
          <a:r>
            <a:rPr lang="en-GB"/>
            <a:t> comparing original inputs and reconstructed inputs for both </a:t>
          </a:r>
          <a:r>
            <a:rPr lang="en-GB" b="1"/>
            <a:t>HtmClassifier</a:t>
          </a:r>
          <a:r>
            <a:rPr lang="en-GB"/>
            <a:t> and </a:t>
          </a:r>
          <a:r>
            <a:rPr lang="en-GB" b="1"/>
            <a:t>KNN Classifier</a:t>
          </a:r>
          <a:r>
            <a:rPr lang="en-GB"/>
            <a:t>.</a:t>
          </a:r>
          <a:endParaRPr lang="en-US"/>
        </a:p>
      </dgm:t>
    </dgm:pt>
    <dgm:pt modelId="{95A6FC49-CCC9-49DE-B52D-A880F210667F}" type="parTrans" cxnId="{5D24909E-7B80-4A66-8A7E-EB61CAEA74F6}">
      <dgm:prSet/>
      <dgm:spPr/>
      <dgm:t>
        <a:bodyPr/>
        <a:lstStyle/>
        <a:p>
          <a:endParaRPr lang="en-US"/>
        </a:p>
      </dgm:t>
    </dgm:pt>
    <dgm:pt modelId="{B59CCB87-58A6-45FF-A4CA-C660DEF36F21}" type="sibTrans" cxnId="{5D24909E-7B80-4A66-8A7E-EB61CAEA74F6}">
      <dgm:prSet/>
      <dgm:spPr/>
      <dgm:t>
        <a:bodyPr/>
        <a:lstStyle/>
        <a:p>
          <a:endParaRPr lang="en-US"/>
        </a:p>
      </dgm:t>
    </dgm:pt>
    <dgm:pt modelId="{AFE0B4C8-3B63-4DC7-A904-D03381DD9858}">
      <dgm:prSet/>
      <dgm:spPr/>
      <dgm:t>
        <a:bodyPr/>
        <a:lstStyle/>
        <a:p>
          <a:r>
            <a:rPr lang="en-GB" b="1"/>
            <a:t>Calculate Similarity Metrics</a:t>
          </a:r>
          <a:r>
            <a:rPr lang="en-GB"/>
            <a:t> to assess the accuracy of the reconstructed inputs against the original encoded inputs.</a:t>
          </a:r>
          <a:endParaRPr lang="en-US"/>
        </a:p>
      </dgm:t>
    </dgm:pt>
    <dgm:pt modelId="{A5541D55-D810-48C6-BF63-9A170FF490D6}" type="parTrans" cxnId="{853C5627-11A4-42BB-B34F-813E76924BD4}">
      <dgm:prSet/>
      <dgm:spPr/>
      <dgm:t>
        <a:bodyPr/>
        <a:lstStyle/>
        <a:p>
          <a:endParaRPr lang="en-US"/>
        </a:p>
      </dgm:t>
    </dgm:pt>
    <dgm:pt modelId="{D66322B3-B020-49BA-8C51-49FE98650BE3}" type="sibTrans" cxnId="{853C5627-11A4-42BB-B34F-813E76924BD4}">
      <dgm:prSet/>
      <dgm:spPr/>
      <dgm:t>
        <a:bodyPr/>
        <a:lstStyle/>
        <a:p>
          <a:endParaRPr lang="en-US"/>
        </a:p>
      </dgm:t>
    </dgm:pt>
    <dgm:pt modelId="{16B7846C-5DC8-443F-BA21-40198781E0BC}" type="pres">
      <dgm:prSet presAssocID="{9F239F83-5D43-4B46-AABD-FD9F47976263}" presName="root" presStyleCnt="0">
        <dgm:presLayoutVars>
          <dgm:dir/>
          <dgm:resizeHandles val="exact"/>
        </dgm:presLayoutVars>
      </dgm:prSet>
      <dgm:spPr/>
    </dgm:pt>
    <dgm:pt modelId="{3C9F101A-5C23-4E5D-95BF-9AA5DA89591A}" type="pres">
      <dgm:prSet presAssocID="{9F239F83-5D43-4B46-AABD-FD9F47976263}" presName="container" presStyleCnt="0">
        <dgm:presLayoutVars>
          <dgm:dir/>
          <dgm:resizeHandles val="exact"/>
        </dgm:presLayoutVars>
      </dgm:prSet>
      <dgm:spPr/>
    </dgm:pt>
    <dgm:pt modelId="{9B41985C-D8F8-43EC-A2B6-33ED79D8D1E1}" type="pres">
      <dgm:prSet presAssocID="{10C0A95C-1BBF-44EA-9D88-55AC0A84BD1B}" presName="compNode" presStyleCnt="0"/>
      <dgm:spPr/>
    </dgm:pt>
    <dgm:pt modelId="{1D3079F1-892E-4548-9030-F7C65D71655C}" type="pres">
      <dgm:prSet presAssocID="{10C0A95C-1BBF-44EA-9D88-55AC0A84BD1B}" presName="iconBgRect" presStyleLbl="bgShp" presStyleIdx="0" presStyleCnt="5"/>
      <dgm:spPr/>
    </dgm:pt>
    <dgm:pt modelId="{DF31D96B-275A-41F7-A971-A7D51D391B25}" type="pres">
      <dgm:prSet presAssocID="{10C0A95C-1BBF-44EA-9D88-55AC0A84BD1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5C3F5ACC-E3A8-458D-B8AA-889CF77C5689}" type="pres">
      <dgm:prSet presAssocID="{10C0A95C-1BBF-44EA-9D88-55AC0A84BD1B}" presName="spaceRect" presStyleCnt="0"/>
      <dgm:spPr/>
    </dgm:pt>
    <dgm:pt modelId="{2831FB22-6CBF-47ED-AB0F-B78D77CDA5C3}" type="pres">
      <dgm:prSet presAssocID="{10C0A95C-1BBF-44EA-9D88-55AC0A84BD1B}" presName="textRect" presStyleLbl="revTx" presStyleIdx="0" presStyleCnt="5">
        <dgm:presLayoutVars>
          <dgm:chMax val="1"/>
          <dgm:chPref val="1"/>
        </dgm:presLayoutVars>
      </dgm:prSet>
      <dgm:spPr/>
    </dgm:pt>
    <dgm:pt modelId="{D04F571C-C7B5-42AE-87C3-A8EAE6A6147D}" type="pres">
      <dgm:prSet presAssocID="{67FEDC6A-12C2-4434-A0F8-86E00A0EBD15}" presName="sibTrans" presStyleLbl="sibTrans2D1" presStyleIdx="0" presStyleCnt="0"/>
      <dgm:spPr/>
    </dgm:pt>
    <dgm:pt modelId="{B0C941FA-5B59-4604-B996-AA05F04C8D4D}" type="pres">
      <dgm:prSet presAssocID="{00A1FE73-5F44-4C3E-B0CE-0883B43FB28D}" presName="compNode" presStyleCnt="0"/>
      <dgm:spPr/>
    </dgm:pt>
    <dgm:pt modelId="{82D3FD3F-5A11-43FD-9293-82B6415EFC0B}" type="pres">
      <dgm:prSet presAssocID="{00A1FE73-5F44-4C3E-B0CE-0883B43FB28D}" presName="iconBgRect" presStyleLbl="bgShp" presStyleIdx="1" presStyleCnt="5"/>
      <dgm:spPr/>
    </dgm:pt>
    <dgm:pt modelId="{66D1E378-5668-4DC2-BE9A-354CCB11833C}" type="pres">
      <dgm:prSet presAssocID="{00A1FE73-5F44-4C3E-B0CE-0883B43FB28D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E8A88AD9-EC32-48F5-BD02-D2845DD6FE20}" type="pres">
      <dgm:prSet presAssocID="{00A1FE73-5F44-4C3E-B0CE-0883B43FB28D}" presName="spaceRect" presStyleCnt="0"/>
      <dgm:spPr/>
    </dgm:pt>
    <dgm:pt modelId="{D8A07C9C-5CCE-4DF0-AF25-5BF956BD1053}" type="pres">
      <dgm:prSet presAssocID="{00A1FE73-5F44-4C3E-B0CE-0883B43FB28D}" presName="textRect" presStyleLbl="revTx" presStyleIdx="1" presStyleCnt="5">
        <dgm:presLayoutVars>
          <dgm:chMax val="1"/>
          <dgm:chPref val="1"/>
        </dgm:presLayoutVars>
      </dgm:prSet>
      <dgm:spPr/>
    </dgm:pt>
    <dgm:pt modelId="{E1DB070E-C50D-4C1A-A558-60395211A3FC}" type="pres">
      <dgm:prSet presAssocID="{4E106E1A-1C4D-45A6-8CAF-7DF4ED51AF39}" presName="sibTrans" presStyleLbl="sibTrans2D1" presStyleIdx="0" presStyleCnt="0"/>
      <dgm:spPr/>
    </dgm:pt>
    <dgm:pt modelId="{033F6B05-0116-4BD2-A345-E5B4ACB668AD}" type="pres">
      <dgm:prSet presAssocID="{A8DD008A-9A50-41BD-AF26-98315739D16A}" presName="compNode" presStyleCnt="0"/>
      <dgm:spPr/>
    </dgm:pt>
    <dgm:pt modelId="{4756A731-F3AB-464A-BDA2-4ED464865119}" type="pres">
      <dgm:prSet presAssocID="{A8DD008A-9A50-41BD-AF26-98315739D16A}" presName="iconBgRect" presStyleLbl="bgShp" presStyleIdx="2" presStyleCnt="5"/>
      <dgm:spPr/>
    </dgm:pt>
    <dgm:pt modelId="{51FF230D-58A4-42AE-886B-57126257F776}" type="pres">
      <dgm:prSet presAssocID="{A8DD008A-9A50-41BD-AF26-98315739D16A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awl"/>
        </a:ext>
      </dgm:extLst>
    </dgm:pt>
    <dgm:pt modelId="{CADB47C0-DD00-4814-BE05-DB0419D6224B}" type="pres">
      <dgm:prSet presAssocID="{A8DD008A-9A50-41BD-AF26-98315739D16A}" presName="spaceRect" presStyleCnt="0"/>
      <dgm:spPr/>
    </dgm:pt>
    <dgm:pt modelId="{D6E029EA-D13A-4902-8019-6BB945011DE9}" type="pres">
      <dgm:prSet presAssocID="{A8DD008A-9A50-41BD-AF26-98315739D16A}" presName="textRect" presStyleLbl="revTx" presStyleIdx="2" presStyleCnt="5">
        <dgm:presLayoutVars>
          <dgm:chMax val="1"/>
          <dgm:chPref val="1"/>
        </dgm:presLayoutVars>
      </dgm:prSet>
      <dgm:spPr/>
    </dgm:pt>
    <dgm:pt modelId="{AEBA008F-D6DD-4C45-B278-BB62BE11DB3D}" type="pres">
      <dgm:prSet presAssocID="{45B5622C-037B-48CB-868C-3BD952CDEB5B}" presName="sibTrans" presStyleLbl="sibTrans2D1" presStyleIdx="0" presStyleCnt="0"/>
      <dgm:spPr/>
    </dgm:pt>
    <dgm:pt modelId="{F0BCBB15-923B-4206-935C-DB231BE5CFBF}" type="pres">
      <dgm:prSet presAssocID="{C17F1D15-DF37-43BC-8EB3-CCE815763BC6}" presName="compNode" presStyleCnt="0"/>
      <dgm:spPr/>
    </dgm:pt>
    <dgm:pt modelId="{DF683A53-6133-4C25-9806-22A5A49FD6B6}" type="pres">
      <dgm:prSet presAssocID="{C17F1D15-DF37-43BC-8EB3-CCE815763BC6}" presName="iconBgRect" presStyleLbl="bgShp" presStyleIdx="3" presStyleCnt="5"/>
      <dgm:spPr/>
    </dgm:pt>
    <dgm:pt modelId="{568D791D-1E0E-41AB-AD90-A9E41671D04B}" type="pres">
      <dgm:prSet presAssocID="{C17F1D15-DF37-43BC-8EB3-CCE815763BC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B2895257-73C3-462F-A205-9B8A79535876}" type="pres">
      <dgm:prSet presAssocID="{C17F1D15-DF37-43BC-8EB3-CCE815763BC6}" presName="spaceRect" presStyleCnt="0"/>
      <dgm:spPr/>
    </dgm:pt>
    <dgm:pt modelId="{034F89D3-70B1-4D87-8D5C-E1DD9FA5E2F6}" type="pres">
      <dgm:prSet presAssocID="{C17F1D15-DF37-43BC-8EB3-CCE815763BC6}" presName="textRect" presStyleLbl="revTx" presStyleIdx="3" presStyleCnt="5">
        <dgm:presLayoutVars>
          <dgm:chMax val="1"/>
          <dgm:chPref val="1"/>
        </dgm:presLayoutVars>
      </dgm:prSet>
      <dgm:spPr/>
    </dgm:pt>
    <dgm:pt modelId="{A12818E1-28D9-4344-B14D-2A0AFE1F6E5A}" type="pres">
      <dgm:prSet presAssocID="{B59CCB87-58A6-45FF-A4CA-C660DEF36F21}" presName="sibTrans" presStyleLbl="sibTrans2D1" presStyleIdx="0" presStyleCnt="0"/>
      <dgm:spPr/>
    </dgm:pt>
    <dgm:pt modelId="{003CDCCF-F1F3-4F18-8E38-BCCF1A5BE227}" type="pres">
      <dgm:prSet presAssocID="{AFE0B4C8-3B63-4DC7-A904-D03381DD9858}" presName="compNode" presStyleCnt="0"/>
      <dgm:spPr/>
    </dgm:pt>
    <dgm:pt modelId="{0F5983A0-AB29-46AC-8EEE-FBCE57B6D86E}" type="pres">
      <dgm:prSet presAssocID="{AFE0B4C8-3B63-4DC7-A904-D03381DD9858}" presName="iconBgRect" presStyleLbl="bgShp" presStyleIdx="4" presStyleCnt="5"/>
      <dgm:spPr/>
    </dgm:pt>
    <dgm:pt modelId="{0768F773-54B3-4DD2-B6C7-7879830A2A26}" type="pres">
      <dgm:prSet presAssocID="{AFE0B4C8-3B63-4DC7-A904-D03381DD985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76D1BCF9-74F4-4D43-8448-6BADD1AFE31F}" type="pres">
      <dgm:prSet presAssocID="{AFE0B4C8-3B63-4DC7-A904-D03381DD9858}" presName="spaceRect" presStyleCnt="0"/>
      <dgm:spPr/>
    </dgm:pt>
    <dgm:pt modelId="{BD25B070-21A5-486D-8939-5303C4C11858}" type="pres">
      <dgm:prSet presAssocID="{AFE0B4C8-3B63-4DC7-A904-D03381DD9858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9E1D0604-7EB0-4981-AC8E-B3780176C7BE}" type="presOf" srcId="{10C0A95C-1BBF-44EA-9D88-55AC0A84BD1B}" destId="{2831FB22-6CBF-47ED-AB0F-B78D77CDA5C3}" srcOrd="0" destOrd="0" presId="urn:microsoft.com/office/officeart/2018/2/layout/IconCircleList"/>
    <dgm:cxn modelId="{B1BD4312-CFFE-4B03-9763-6D1C3CB624CD}" type="presOf" srcId="{A8DD008A-9A50-41BD-AF26-98315739D16A}" destId="{D6E029EA-D13A-4902-8019-6BB945011DE9}" srcOrd="0" destOrd="0" presId="urn:microsoft.com/office/officeart/2018/2/layout/IconCircleList"/>
    <dgm:cxn modelId="{C63DEF14-7DAB-483E-8965-3E3EB3B5B729}" type="presOf" srcId="{B59CCB87-58A6-45FF-A4CA-C660DEF36F21}" destId="{A12818E1-28D9-4344-B14D-2A0AFE1F6E5A}" srcOrd="0" destOrd="0" presId="urn:microsoft.com/office/officeart/2018/2/layout/IconCircleList"/>
    <dgm:cxn modelId="{C6DFCA19-7F9A-48F6-A317-4799303CAACF}" type="presOf" srcId="{45B5622C-037B-48CB-868C-3BD952CDEB5B}" destId="{AEBA008F-D6DD-4C45-B278-BB62BE11DB3D}" srcOrd="0" destOrd="0" presId="urn:microsoft.com/office/officeart/2018/2/layout/IconCircleList"/>
    <dgm:cxn modelId="{853C5627-11A4-42BB-B34F-813E76924BD4}" srcId="{9F239F83-5D43-4B46-AABD-FD9F47976263}" destId="{AFE0B4C8-3B63-4DC7-A904-D03381DD9858}" srcOrd="4" destOrd="0" parTransId="{A5541D55-D810-48C6-BF63-9A170FF490D6}" sibTransId="{D66322B3-B020-49BA-8C51-49FE98650BE3}"/>
    <dgm:cxn modelId="{C5689E33-0FB3-450E-9EAC-2116C5D84B69}" srcId="{9F239F83-5D43-4B46-AABD-FD9F47976263}" destId="{10C0A95C-1BBF-44EA-9D88-55AC0A84BD1B}" srcOrd="0" destOrd="0" parTransId="{904363F4-473C-43B6-B1FD-9E537429F9B9}" sibTransId="{67FEDC6A-12C2-4434-A0F8-86E00A0EBD15}"/>
    <dgm:cxn modelId="{3EE45653-7201-4B8A-A98B-BB926E036EBE}" type="presOf" srcId="{9F239F83-5D43-4B46-AABD-FD9F47976263}" destId="{16B7846C-5DC8-443F-BA21-40198781E0BC}" srcOrd="0" destOrd="0" presId="urn:microsoft.com/office/officeart/2018/2/layout/IconCircleList"/>
    <dgm:cxn modelId="{1BFE6961-3865-4E85-9797-19E44BF96360}" type="presOf" srcId="{4E106E1A-1C4D-45A6-8CAF-7DF4ED51AF39}" destId="{E1DB070E-C50D-4C1A-A558-60395211A3FC}" srcOrd="0" destOrd="0" presId="urn:microsoft.com/office/officeart/2018/2/layout/IconCircleList"/>
    <dgm:cxn modelId="{4A23BF72-D880-42A9-A058-CCFEC8310252}" type="presOf" srcId="{C17F1D15-DF37-43BC-8EB3-CCE815763BC6}" destId="{034F89D3-70B1-4D87-8D5C-E1DD9FA5E2F6}" srcOrd="0" destOrd="0" presId="urn:microsoft.com/office/officeart/2018/2/layout/IconCircleList"/>
    <dgm:cxn modelId="{5D24909E-7B80-4A66-8A7E-EB61CAEA74F6}" srcId="{9F239F83-5D43-4B46-AABD-FD9F47976263}" destId="{C17F1D15-DF37-43BC-8EB3-CCE815763BC6}" srcOrd="3" destOrd="0" parTransId="{95A6FC49-CCC9-49DE-B52D-A880F210667F}" sibTransId="{B59CCB87-58A6-45FF-A4CA-C660DEF36F21}"/>
    <dgm:cxn modelId="{14F46BA3-CF3F-4144-9B9B-AA37CE02E891}" srcId="{9F239F83-5D43-4B46-AABD-FD9F47976263}" destId="{A8DD008A-9A50-41BD-AF26-98315739D16A}" srcOrd="2" destOrd="0" parTransId="{5918BDDF-2219-4750-A6A2-2F84085ED2D2}" sibTransId="{45B5622C-037B-48CB-868C-3BD952CDEB5B}"/>
    <dgm:cxn modelId="{CCC3ECB0-7DC8-4589-ADA1-64889A08B699}" type="presOf" srcId="{AFE0B4C8-3B63-4DC7-A904-D03381DD9858}" destId="{BD25B070-21A5-486D-8939-5303C4C11858}" srcOrd="0" destOrd="0" presId="urn:microsoft.com/office/officeart/2018/2/layout/IconCircleList"/>
    <dgm:cxn modelId="{A1E111B7-65FC-4D89-91DC-6ABE8520E2A8}" type="presOf" srcId="{00A1FE73-5F44-4C3E-B0CE-0883B43FB28D}" destId="{D8A07C9C-5CCE-4DF0-AF25-5BF956BD1053}" srcOrd="0" destOrd="0" presId="urn:microsoft.com/office/officeart/2018/2/layout/IconCircleList"/>
    <dgm:cxn modelId="{219288EA-8DE9-476A-B82D-79B735A98E55}" type="presOf" srcId="{67FEDC6A-12C2-4434-A0F8-86E00A0EBD15}" destId="{D04F571C-C7B5-42AE-87C3-A8EAE6A6147D}" srcOrd="0" destOrd="0" presId="urn:microsoft.com/office/officeart/2018/2/layout/IconCircleList"/>
    <dgm:cxn modelId="{BB2ABEFE-D29C-4131-A340-54FE1BC0D0FA}" srcId="{9F239F83-5D43-4B46-AABD-FD9F47976263}" destId="{00A1FE73-5F44-4C3E-B0CE-0883B43FB28D}" srcOrd="1" destOrd="0" parTransId="{242183CB-4B91-4D6E-B5D9-4FF3A9957715}" sibTransId="{4E106E1A-1C4D-45A6-8CAF-7DF4ED51AF39}"/>
    <dgm:cxn modelId="{5C1570A7-53B6-4D41-A5C7-1A847A6AD2C0}" type="presParOf" srcId="{16B7846C-5DC8-443F-BA21-40198781E0BC}" destId="{3C9F101A-5C23-4E5D-95BF-9AA5DA89591A}" srcOrd="0" destOrd="0" presId="urn:microsoft.com/office/officeart/2018/2/layout/IconCircleList"/>
    <dgm:cxn modelId="{8E383B4A-6F58-4ADC-B26D-5E6E8C921841}" type="presParOf" srcId="{3C9F101A-5C23-4E5D-95BF-9AA5DA89591A}" destId="{9B41985C-D8F8-43EC-A2B6-33ED79D8D1E1}" srcOrd="0" destOrd="0" presId="urn:microsoft.com/office/officeart/2018/2/layout/IconCircleList"/>
    <dgm:cxn modelId="{19207ED4-709E-41A6-A9B9-07A685344385}" type="presParOf" srcId="{9B41985C-D8F8-43EC-A2B6-33ED79D8D1E1}" destId="{1D3079F1-892E-4548-9030-F7C65D71655C}" srcOrd="0" destOrd="0" presId="urn:microsoft.com/office/officeart/2018/2/layout/IconCircleList"/>
    <dgm:cxn modelId="{0A3ECC99-7EE9-479B-9888-2C0FF7975469}" type="presParOf" srcId="{9B41985C-D8F8-43EC-A2B6-33ED79D8D1E1}" destId="{DF31D96B-275A-41F7-A971-A7D51D391B25}" srcOrd="1" destOrd="0" presId="urn:microsoft.com/office/officeart/2018/2/layout/IconCircleList"/>
    <dgm:cxn modelId="{7B6CFEDF-4F83-4878-83A2-0F9137212623}" type="presParOf" srcId="{9B41985C-D8F8-43EC-A2B6-33ED79D8D1E1}" destId="{5C3F5ACC-E3A8-458D-B8AA-889CF77C5689}" srcOrd="2" destOrd="0" presId="urn:microsoft.com/office/officeart/2018/2/layout/IconCircleList"/>
    <dgm:cxn modelId="{30E518C8-C524-40EC-AC01-8A8F2C1FA6BB}" type="presParOf" srcId="{9B41985C-D8F8-43EC-A2B6-33ED79D8D1E1}" destId="{2831FB22-6CBF-47ED-AB0F-B78D77CDA5C3}" srcOrd="3" destOrd="0" presId="urn:microsoft.com/office/officeart/2018/2/layout/IconCircleList"/>
    <dgm:cxn modelId="{EDB27117-6BF3-4290-81A0-6EE3403B5342}" type="presParOf" srcId="{3C9F101A-5C23-4E5D-95BF-9AA5DA89591A}" destId="{D04F571C-C7B5-42AE-87C3-A8EAE6A6147D}" srcOrd="1" destOrd="0" presId="urn:microsoft.com/office/officeart/2018/2/layout/IconCircleList"/>
    <dgm:cxn modelId="{8EFD6C04-0ED8-4D6C-A7F8-3E481629D766}" type="presParOf" srcId="{3C9F101A-5C23-4E5D-95BF-9AA5DA89591A}" destId="{B0C941FA-5B59-4604-B996-AA05F04C8D4D}" srcOrd="2" destOrd="0" presId="urn:microsoft.com/office/officeart/2018/2/layout/IconCircleList"/>
    <dgm:cxn modelId="{F3DB337E-9DAE-4F85-8927-0F901FFF3466}" type="presParOf" srcId="{B0C941FA-5B59-4604-B996-AA05F04C8D4D}" destId="{82D3FD3F-5A11-43FD-9293-82B6415EFC0B}" srcOrd="0" destOrd="0" presId="urn:microsoft.com/office/officeart/2018/2/layout/IconCircleList"/>
    <dgm:cxn modelId="{82B3038A-BFAC-4435-82EA-2878392C0D60}" type="presParOf" srcId="{B0C941FA-5B59-4604-B996-AA05F04C8D4D}" destId="{66D1E378-5668-4DC2-BE9A-354CCB11833C}" srcOrd="1" destOrd="0" presId="urn:microsoft.com/office/officeart/2018/2/layout/IconCircleList"/>
    <dgm:cxn modelId="{17159AD8-0D76-4261-8928-46779E5DB9EF}" type="presParOf" srcId="{B0C941FA-5B59-4604-B996-AA05F04C8D4D}" destId="{E8A88AD9-EC32-48F5-BD02-D2845DD6FE20}" srcOrd="2" destOrd="0" presId="urn:microsoft.com/office/officeart/2018/2/layout/IconCircleList"/>
    <dgm:cxn modelId="{614E1B2A-17FC-4695-9371-C6C1E3119474}" type="presParOf" srcId="{B0C941FA-5B59-4604-B996-AA05F04C8D4D}" destId="{D8A07C9C-5CCE-4DF0-AF25-5BF956BD1053}" srcOrd="3" destOrd="0" presId="urn:microsoft.com/office/officeart/2018/2/layout/IconCircleList"/>
    <dgm:cxn modelId="{7156E69D-FF56-4562-99C1-BE6F8D2D2C40}" type="presParOf" srcId="{3C9F101A-5C23-4E5D-95BF-9AA5DA89591A}" destId="{E1DB070E-C50D-4C1A-A558-60395211A3FC}" srcOrd="3" destOrd="0" presId="urn:microsoft.com/office/officeart/2018/2/layout/IconCircleList"/>
    <dgm:cxn modelId="{638F6956-F7AA-42BD-8007-FF4FF8913C77}" type="presParOf" srcId="{3C9F101A-5C23-4E5D-95BF-9AA5DA89591A}" destId="{033F6B05-0116-4BD2-A345-E5B4ACB668AD}" srcOrd="4" destOrd="0" presId="urn:microsoft.com/office/officeart/2018/2/layout/IconCircleList"/>
    <dgm:cxn modelId="{2149E3EC-1A7F-492B-99CA-DBA4B22F5194}" type="presParOf" srcId="{033F6B05-0116-4BD2-A345-E5B4ACB668AD}" destId="{4756A731-F3AB-464A-BDA2-4ED464865119}" srcOrd="0" destOrd="0" presId="urn:microsoft.com/office/officeart/2018/2/layout/IconCircleList"/>
    <dgm:cxn modelId="{21497525-9B37-4EDF-92AD-3F77D4283A4A}" type="presParOf" srcId="{033F6B05-0116-4BD2-A345-E5B4ACB668AD}" destId="{51FF230D-58A4-42AE-886B-57126257F776}" srcOrd="1" destOrd="0" presId="urn:microsoft.com/office/officeart/2018/2/layout/IconCircleList"/>
    <dgm:cxn modelId="{A8D6353F-463B-4463-8FD9-8910939228D9}" type="presParOf" srcId="{033F6B05-0116-4BD2-A345-E5B4ACB668AD}" destId="{CADB47C0-DD00-4814-BE05-DB0419D6224B}" srcOrd="2" destOrd="0" presId="urn:microsoft.com/office/officeart/2018/2/layout/IconCircleList"/>
    <dgm:cxn modelId="{18A7A8B2-C94D-4B5F-83D0-9550FE06F64C}" type="presParOf" srcId="{033F6B05-0116-4BD2-A345-E5B4ACB668AD}" destId="{D6E029EA-D13A-4902-8019-6BB945011DE9}" srcOrd="3" destOrd="0" presId="urn:microsoft.com/office/officeart/2018/2/layout/IconCircleList"/>
    <dgm:cxn modelId="{01D82642-4E43-4DF8-8214-1763E3C4B0B2}" type="presParOf" srcId="{3C9F101A-5C23-4E5D-95BF-9AA5DA89591A}" destId="{AEBA008F-D6DD-4C45-B278-BB62BE11DB3D}" srcOrd="5" destOrd="0" presId="urn:microsoft.com/office/officeart/2018/2/layout/IconCircleList"/>
    <dgm:cxn modelId="{C18685D1-CCF3-4D6F-BD04-EE92C77A961F}" type="presParOf" srcId="{3C9F101A-5C23-4E5D-95BF-9AA5DA89591A}" destId="{F0BCBB15-923B-4206-935C-DB231BE5CFBF}" srcOrd="6" destOrd="0" presId="urn:microsoft.com/office/officeart/2018/2/layout/IconCircleList"/>
    <dgm:cxn modelId="{DC0FB08D-C864-47DB-9611-FC9427D91667}" type="presParOf" srcId="{F0BCBB15-923B-4206-935C-DB231BE5CFBF}" destId="{DF683A53-6133-4C25-9806-22A5A49FD6B6}" srcOrd="0" destOrd="0" presId="urn:microsoft.com/office/officeart/2018/2/layout/IconCircleList"/>
    <dgm:cxn modelId="{3228AFD8-9B33-4C42-8D1C-A5DE16F173F5}" type="presParOf" srcId="{F0BCBB15-923B-4206-935C-DB231BE5CFBF}" destId="{568D791D-1E0E-41AB-AD90-A9E41671D04B}" srcOrd="1" destOrd="0" presId="urn:microsoft.com/office/officeart/2018/2/layout/IconCircleList"/>
    <dgm:cxn modelId="{526251D1-0AFC-483D-8954-F5019C8BF93C}" type="presParOf" srcId="{F0BCBB15-923B-4206-935C-DB231BE5CFBF}" destId="{B2895257-73C3-462F-A205-9B8A79535876}" srcOrd="2" destOrd="0" presId="urn:microsoft.com/office/officeart/2018/2/layout/IconCircleList"/>
    <dgm:cxn modelId="{5961C2F4-FF98-483F-A8BA-7EFA0EADAB4E}" type="presParOf" srcId="{F0BCBB15-923B-4206-935C-DB231BE5CFBF}" destId="{034F89D3-70B1-4D87-8D5C-E1DD9FA5E2F6}" srcOrd="3" destOrd="0" presId="urn:microsoft.com/office/officeart/2018/2/layout/IconCircleList"/>
    <dgm:cxn modelId="{D32C97E0-29EE-4E0C-80F2-350796589163}" type="presParOf" srcId="{3C9F101A-5C23-4E5D-95BF-9AA5DA89591A}" destId="{A12818E1-28D9-4344-B14D-2A0AFE1F6E5A}" srcOrd="7" destOrd="0" presId="urn:microsoft.com/office/officeart/2018/2/layout/IconCircleList"/>
    <dgm:cxn modelId="{FE9DED40-599C-42C5-B13D-E3220EE65721}" type="presParOf" srcId="{3C9F101A-5C23-4E5D-95BF-9AA5DA89591A}" destId="{003CDCCF-F1F3-4F18-8E38-BCCF1A5BE227}" srcOrd="8" destOrd="0" presId="urn:microsoft.com/office/officeart/2018/2/layout/IconCircleList"/>
    <dgm:cxn modelId="{078F0620-8922-4315-B849-73366B56539E}" type="presParOf" srcId="{003CDCCF-F1F3-4F18-8E38-BCCF1A5BE227}" destId="{0F5983A0-AB29-46AC-8EEE-FBCE57B6D86E}" srcOrd="0" destOrd="0" presId="urn:microsoft.com/office/officeart/2018/2/layout/IconCircleList"/>
    <dgm:cxn modelId="{5CC37FFF-FD9A-4B8C-8D6F-B1220D3BED10}" type="presParOf" srcId="{003CDCCF-F1F3-4F18-8E38-BCCF1A5BE227}" destId="{0768F773-54B3-4DD2-B6C7-7879830A2A26}" srcOrd="1" destOrd="0" presId="urn:microsoft.com/office/officeart/2018/2/layout/IconCircleList"/>
    <dgm:cxn modelId="{401F9C7E-D76A-42C9-B3C7-18EC4BFDA1BC}" type="presParOf" srcId="{003CDCCF-F1F3-4F18-8E38-BCCF1A5BE227}" destId="{76D1BCF9-74F4-4D43-8448-6BADD1AFE31F}" srcOrd="2" destOrd="0" presId="urn:microsoft.com/office/officeart/2018/2/layout/IconCircleList"/>
    <dgm:cxn modelId="{D4E652EA-968B-421E-8CA8-1EF46C3CF0CA}" type="presParOf" srcId="{003CDCCF-F1F3-4F18-8E38-BCCF1A5BE227}" destId="{BD25B070-21A5-486D-8939-5303C4C1185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F08E182-213D-4506-A0EF-A95F7E9A80F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461F358-7AE2-4C1B-99A1-BCD0542F16EC}">
      <dgm:prSet/>
      <dgm:spPr/>
      <dgm:t>
        <a:bodyPr/>
        <a:lstStyle/>
        <a:p>
          <a:r>
            <a:rPr lang="en-GB" b="1"/>
            <a:t>HTM Classifier:</a:t>
          </a:r>
          <a:r>
            <a:rPr lang="en-GB"/>
            <a:t> Learns patterns from SDRs (Sparse Distributed Representations).</a:t>
          </a:r>
          <a:endParaRPr lang="en-US"/>
        </a:p>
      </dgm:t>
    </dgm:pt>
    <dgm:pt modelId="{17BDA26C-98AF-4A2E-9EBA-861B613FD08F}" type="parTrans" cxnId="{2E2ECD0A-A7A9-400F-8821-E34451E68FD7}">
      <dgm:prSet/>
      <dgm:spPr/>
      <dgm:t>
        <a:bodyPr/>
        <a:lstStyle/>
        <a:p>
          <a:endParaRPr lang="en-US"/>
        </a:p>
      </dgm:t>
    </dgm:pt>
    <dgm:pt modelId="{E0B59BD5-2BFC-44BE-B27D-A8FD6729CDA7}" type="sibTrans" cxnId="{2E2ECD0A-A7A9-400F-8821-E34451E68FD7}">
      <dgm:prSet/>
      <dgm:spPr/>
      <dgm:t>
        <a:bodyPr/>
        <a:lstStyle/>
        <a:p>
          <a:endParaRPr lang="en-US"/>
        </a:p>
      </dgm:t>
    </dgm:pt>
    <dgm:pt modelId="{21830E9D-963B-46A2-83E0-FB48CA4AE665}">
      <dgm:prSet/>
      <dgm:spPr/>
      <dgm:t>
        <a:bodyPr/>
        <a:lstStyle/>
        <a:p>
          <a:r>
            <a:rPr lang="en-GB" b="1"/>
            <a:t>KNN Classifier:</a:t>
          </a:r>
          <a:r>
            <a:rPr lang="en-GB"/>
            <a:t> Uses stored examples to classify new inputs based on nearest neighbors.</a:t>
          </a:r>
          <a:endParaRPr lang="en-US"/>
        </a:p>
      </dgm:t>
    </dgm:pt>
    <dgm:pt modelId="{E92A1F14-2BC0-4776-B046-8B47EEA865BC}" type="parTrans" cxnId="{42AA7F66-F1B1-49AA-BB4E-6FF84476CDE6}">
      <dgm:prSet/>
      <dgm:spPr/>
      <dgm:t>
        <a:bodyPr/>
        <a:lstStyle/>
        <a:p>
          <a:endParaRPr lang="en-US"/>
        </a:p>
      </dgm:t>
    </dgm:pt>
    <dgm:pt modelId="{BD3880C4-44AE-4A96-9BEA-1DD14D73594F}" type="sibTrans" cxnId="{42AA7F66-F1B1-49AA-BB4E-6FF84476CDE6}">
      <dgm:prSet/>
      <dgm:spPr/>
      <dgm:t>
        <a:bodyPr/>
        <a:lstStyle/>
        <a:p>
          <a:endParaRPr lang="en-US"/>
        </a:p>
      </dgm:t>
    </dgm:pt>
    <dgm:pt modelId="{F8E35E6A-55C9-41D8-85CB-E1541C09D1E9}">
      <dgm:prSet/>
      <dgm:spPr/>
      <dgm:t>
        <a:bodyPr/>
        <a:lstStyle/>
        <a:p>
          <a:r>
            <a:rPr lang="en-GB" b="1"/>
            <a:t>Why Classifiers?</a:t>
          </a:r>
          <a:r>
            <a:rPr lang="en-GB"/>
            <a:t> Used to reconstruct the original input from SDRs.</a:t>
          </a:r>
          <a:endParaRPr lang="en-US"/>
        </a:p>
      </dgm:t>
    </dgm:pt>
    <dgm:pt modelId="{D3E611E7-F7BC-4471-BAE8-FAF799981ED8}" type="parTrans" cxnId="{AE1B47D7-F797-4A3F-AB73-7DD985B4C700}">
      <dgm:prSet/>
      <dgm:spPr/>
      <dgm:t>
        <a:bodyPr/>
        <a:lstStyle/>
        <a:p>
          <a:endParaRPr lang="en-US"/>
        </a:p>
      </dgm:t>
    </dgm:pt>
    <dgm:pt modelId="{2B7D270F-3956-4FE0-9477-F7BECAE3D328}" type="sibTrans" cxnId="{AE1B47D7-F797-4A3F-AB73-7DD985B4C700}">
      <dgm:prSet/>
      <dgm:spPr/>
      <dgm:t>
        <a:bodyPr/>
        <a:lstStyle/>
        <a:p>
          <a:endParaRPr lang="en-US"/>
        </a:p>
      </dgm:t>
    </dgm:pt>
    <dgm:pt modelId="{5C1C285B-C9E2-4D7C-9A1E-BEBE6A1C8826}" type="pres">
      <dgm:prSet presAssocID="{7F08E182-213D-4506-A0EF-A95F7E9A80F6}" presName="root" presStyleCnt="0">
        <dgm:presLayoutVars>
          <dgm:dir/>
          <dgm:resizeHandles val="exact"/>
        </dgm:presLayoutVars>
      </dgm:prSet>
      <dgm:spPr/>
    </dgm:pt>
    <dgm:pt modelId="{5822EEBC-1B64-4157-A7C7-1CA6CBF5D10F}" type="pres">
      <dgm:prSet presAssocID="{5461F358-7AE2-4C1B-99A1-BCD0542F16EC}" presName="compNode" presStyleCnt="0"/>
      <dgm:spPr/>
    </dgm:pt>
    <dgm:pt modelId="{326DCCE4-B2C1-4968-BE36-A03E06E54FB9}" type="pres">
      <dgm:prSet presAssocID="{5461F358-7AE2-4C1B-99A1-BCD0542F16EC}" presName="bgRect" presStyleLbl="bgShp" presStyleIdx="0" presStyleCnt="3"/>
      <dgm:spPr/>
    </dgm:pt>
    <dgm:pt modelId="{5347E56A-71BB-4580-8D25-2D6CEC6A2FFD}" type="pres">
      <dgm:prSet presAssocID="{5461F358-7AE2-4C1B-99A1-BCD0542F16E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A82667B-F949-46C6-BB30-F0C907BF9884}" type="pres">
      <dgm:prSet presAssocID="{5461F358-7AE2-4C1B-99A1-BCD0542F16EC}" presName="spaceRect" presStyleCnt="0"/>
      <dgm:spPr/>
    </dgm:pt>
    <dgm:pt modelId="{361CA04A-C186-45D1-B68B-96014F191099}" type="pres">
      <dgm:prSet presAssocID="{5461F358-7AE2-4C1B-99A1-BCD0542F16EC}" presName="parTx" presStyleLbl="revTx" presStyleIdx="0" presStyleCnt="3">
        <dgm:presLayoutVars>
          <dgm:chMax val="0"/>
          <dgm:chPref val="0"/>
        </dgm:presLayoutVars>
      </dgm:prSet>
      <dgm:spPr/>
    </dgm:pt>
    <dgm:pt modelId="{EBC135D4-01EF-4C07-9D63-8C387DA287D6}" type="pres">
      <dgm:prSet presAssocID="{E0B59BD5-2BFC-44BE-B27D-A8FD6729CDA7}" presName="sibTrans" presStyleCnt="0"/>
      <dgm:spPr/>
    </dgm:pt>
    <dgm:pt modelId="{A2183297-7813-4983-909C-8A8E98ACC357}" type="pres">
      <dgm:prSet presAssocID="{21830E9D-963B-46A2-83E0-FB48CA4AE665}" presName="compNode" presStyleCnt="0"/>
      <dgm:spPr/>
    </dgm:pt>
    <dgm:pt modelId="{7B70C574-8017-4A0B-9262-CA8F1653A6C5}" type="pres">
      <dgm:prSet presAssocID="{21830E9D-963B-46A2-83E0-FB48CA4AE665}" presName="bgRect" presStyleLbl="bgShp" presStyleIdx="1" presStyleCnt="3"/>
      <dgm:spPr/>
    </dgm:pt>
    <dgm:pt modelId="{69A84A99-FB62-478F-8931-EE137927CAD3}" type="pres">
      <dgm:prSet presAssocID="{21830E9D-963B-46A2-83E0-FB48CA4AE66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201A879F-85CE-47A5-B305-15B05046A15F}" type="pres">
      <dgm:prSet presAssocID="{21830E9D-963B-46A2-83E0-FB48CA4AE665}" presName="spaceRect" presStyleCnt="0"/>
      <dgm:spPr/>
    </dgm:pt>
    <dgm:pt modelId="{4A6B5AC6-A9AD-4CD5-9AC9-C6E844BF8602}" type="pres">
      <dgm:prSet presAssocID="{21830E9D-963B-46A2-83E0-FB48CA4AE665}" presName="parTx" presStyleLbl="revTx" presStyleIdx="1" presStyleCnt="3">
        <dgm:presLayoutVars>
          <dgm:chMax val="0"/>
          <dgm:chPref val="0"/>
        </dgm:presLayoutVars>
      </dgm:prSet>
      <dgm:spPr/>
    </dgm:pt>
    <dgm:pt modelId="{9143E7C6-F186-4BFF-BA3B-3983B8A35AAD}" type="pres">
      <dgm:prSet presAssocID="{BD3880C4-44AE-4A96-9BEA-1DD14D73594F}" presName="sibTrans" presStyleCnt="0"/>
      <dgm:spPr/>
    </dgm:pt>
    <dgm:pt modelId="{78C678D5-5EC5-4D85-B94F-A33A451FE63A}" type="pres">
      <dgm:prSet presAssocID="{F8E35E6A-55C9-41D8-85CB-E1541C09D1E9}" presName="compNode" presStyleCnt="0"/>
      <dgm:spPr/>
    </dgm:pt>
    <dgm:pt modelId="{C2F76397-63A4-4672-AE7A-4B49CD6F58E6}" type="pres">
      <dgm:prSet presAssocID="{F8E35E6A-55C9-41D8-85CB-E1541C09D1E9}" presName="bgRect" presStyleLbl="bgShp" presStyleIdx="2" presStyleCnt="3"/>
      <dgm:spPr/>
    </dgm:pt>
    <dgm:pt modelId="{5475D4E3-89BD-4DBD-98BB-5F5CFA551E4D}" type="pres">
      <dgm:prSet presAssocID="{F8E35E6A-55C9-41D8-85CB-E1541C09D1E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789B75FB-34F5-455A-8C90-1610770BD98B}" type="pres">
      <dgm:prSet presAssocID="{F8E35E6A-55C9-41D8-85CB-E1541C09D1E9}" presName="spaceRect" presStyleCnt="0"/>
      <dgm:spPr/>
    </dgm:pt>
    <dgm:pt modelId="{1927BC3E-6BE9-4868-AAEC-D0BB21C622F9}" type="pres">
      <dgm:prSet presAssocID="{F8E35E6A-55C9-41D8-85CB-E1541C09D1E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B971410A-D3C4-4FED-BB42-E28B2D990192}" type="presOf" srcId="{21830E9D-963B-46A2-83E0-FB48CA4AE665}" destId="{4A6B5AC6-A9AD-4CD5-9AC9-C6E844BF8602}" srcOrd="0" destOrd="0" presId="urn:microsoft.com/office/officeart/2018/2/layout/IconVerticalSolidList"/>
    <dgm:cxn modelId="{2E2ECD0A-A7A9-400F-8821-E34451E68FD7}" srcId="{7F08E182-213D-4506-A0EF-A95F7E9A80F6}" destId="{5461F358-7AE2-4C1B-99A1-BCD0542F16EC}" srcOrd="0" destOrd="0" parTransId="{17BDA26C-98AF-4A2E-9EBA-861B613FD08F}" sibTransId="{E0B59BD5-2BFC-44BE-B27D-A8FD6729CDA7}"/>
    <dgm:cxn modelId="{42AA7F66-F1B1-49AA-BB4E-6FF84476CDE6}" srcId="{7F08E182-213D-4506-A0EF-A95F7E9A80F6}" destId="{21830E9D-963B-46A2-83E0-FB48CA4AE665}" srcOrd="1" destOrd="0" parTransId="{E92A1F14-2BC0-4776-B046-8B47EEA865BC}" sibTransId="{BD3880C4-44AE-4A96-9BEA-1DD14D73594F}"/>
    <dgm:cxn modelId="{246387B0-BF79-4686-91FC-75BE1D1167E3}" type="presOf" srcId="{5461F358-7AE2-4C1B-99A1-BCD0542F16EC}" destId="{361CA04A-C186-45D1-B68B-96014F191099}" srcOrd="0" destOrd="0" presId="urn:microsoft.com/office/officeart/2018/2/layout/IconVerticalSolidList"/>
    <dgm:cxn modelId="{AE1B47D7-F797-4A3F-AB73-7DD985B4C700}" srcId="{7F08E182-213D-4506-A0EF-A95F7E9A80F6}" destId="{F8E35E6A-55C9-41D8-85CB-E1541C09D1E9}" srcOrd="2" destOrd="0" parTransId="{D3E611E7-F7BC-4471-BAE8-FAF799981ED8}" sibTransId="{2B7D270F-3956-4FE0-9477-F7BECAE3D328}"/>
    <dgm:cxn modelId="{4B74DFF7-A32F-4941-B020-E6193D00473F}" type="presOf" srcId="{F8E35E6A-55C9-41D8-85CB-E1541C09D1E9}" destId="{1927BC3E-6BE9-4868-AAEC-D0BB21C622F9}" srcOrd="0" destOrd="0" presId="urn:microsoft.com/office/officeart/2018/2/layout/IconVerticalSolidList"/>
    <dgm:cxn modelId="{489309FE-F264-49D4-807F-A30A5904B0B9}" type="presOf" srcId="{7F08E182-213D-4506-A0EF-A95F7E9A80F6}" destId="{5C1C285B-C9E2-4D7C-9A1E-BEBE6A1C8826}" srcOrd="0" destOrd="0" presId="urn:microsoft.com/office/officeart/2018/2/layout/IconVerticalSolidList"/>
    <dgm:cxn modelId="{8F03C9C4-859B-429D-BD84-DD1A804EBC63}" type="presParOf" srcId="{5C1C285B-C9E2-4D7C-9A1E-BEBE6A1C8826}" destId="{5822EEBC-1B64-4157-A7C7-1CA6CBF5D10F}" srcOrd="0" destOrd="0" presId="urn:microsoft.com/office/officeart/2018/2/layout/IconVerticalSolidList"/>
    <dgm:cxn modelId="{1E86BA1B-A635-4DCA-BCFB-2753CD2E4DB1}" type="presParOf" srcId="{5822EEBC-1B64-4157-A7C7-1CA6CBF5D10F}" destId="{326DCCE4-B2C1-4968-BE36-A03E06E54FB9}" srcOrd="0" destOrd="0" presId="urn:microsoft.com/office/officeart/2018/2/layout/IconVerticalSolidList"/>
    <dgm:cxn modelId="{23F5A90E-6FBF-4ADE-B3F1-919B52A2BC90}" type="presParOf" srcId="{5822EEBC-1B64-4157-A7C7-1CA6CBF5D10F}" destId="{5347E56A-71BB-4580-8D25-2D6CEC6A2FFD}" srcOrd="1" destOrd="0" presId="urn:microsoft.com/office/officeart/2018/2/layout/IconVerticalSolidList"/>
    <dgm:cxn modelId="{20DA9357-4BDA-437A-B53D-4F5A586484B5}" type="presParOf" srcId="{5822EEBC-1B64-4157-A7C7-1CA6CBF5D10F}" destId="{EA82667B-F949-46C6-BB30-F0C907BF9884}" srcOrd="2" destOrd="0" presId="urn:microsoft.com/office/officeart/2018/2/layout/IconVerticalSolidList"/>
    <dgm:cxn modelId="{3C2BB288-11BB-4908-AEBF-AD7FBC0FF6CE}" type="presParOf" srcId="{5822EEBC-1B64-4157-A7C7-1CA6CBF5D10F}" destId="{361CA04A-C186-45D1-B68B-96014F191099}" srcOrd="3" destOrd="0" presId="urn:microsoft.com/office/officeart/2018/2/layout/IconVerticalSolidList"/>
    <dgm:cxn modelId="{03154AAC-D79D-4C64-BF10-08CB45C60FA7}" type="presParOf" srcId="{5C1C285B-C9E2-4D7C-9A1E-BEBE6A1C8826}" destId="{EBC135D4-01EF-4C07-9D63-8C387DA287D6}" srcOrd="1" destOrd="0" presId="urn:microsoft.com/office/officeart/2018/2/layout/IconVerticalSolidList"/>
    <dgm:cxn modelId="{A9AC6996-D8EC-4F32-BDDA-4CBD8A235778}" type="presParOf" srcId="{5C1C285B-C9E2-4D7C-9A1E-BEBE6A1C8826}" destId="{A2183297-7813-4983-909C-8A8E98ACC357}" srcOrd="2" destOrd="0" presId="urn:microsoft.com/office/officeart/2018/2/layout/IconVerticalSolidList"/>
    <dgm:cxn modelId="{810DB6B9-43BA-4571-9D52-3AE82FC3D36E}" type="presParOf" srcId="{A2183297-7813-4983-909C-8A8E98ACC357}" destId="{7B70C574-8017-4A0B-9262-CA8F1653A6C5}" srcOrd="0" destOrd="0" presId="urn:microsoft.com/office/officeart/2018/2/layout/IconVerticalSolidList"/>
    <dgm:cxn modelId="{963D8C93-4539-4FE9-95A5-B8A4118C9FA6}" type="presParOf" srcId="{A2183297-7813-4983-909C-8A8E98ACC357}" destId="{69A84A99-FB62-478F-8931-EE137927CAD3}" srcOrd="1" destOrd="0" presId="urn:microsoft.com/office/officeart/2018/2/layout/IconVerticalSolidList"/>
    <dgm:cxn modelId="{42D9DD29-838D-4515-A81B-E0A660FA1F35}" type="presParOf" srcId="{A2183297-7813-4983-909C-8A8E98ACC357}" destId="{201A879F-85CE-47A5-B305-15B05046A15F}" srcOrd="2" destOrd="0" presId="urn:microsoft.com/office/officeart/2018/2/layout/IconVerticalSolidList"/>
    <dgm:cxn modelId="{6A8D4651-5E33-4D6E-84DD-B08F30DDE700}" type="presParOf" srcId="{A2183297-7813-4983-909C-8A8E98ACC357}" destId="{4A6B5AC6-A9AD-4CD5-9AC9-C6E844BF8602}" srcOrd="3" destOrd="0" presId="urn:microsoft.com/office/officeart/2018/2/layout/IconVerticalSolidList"/>
    <dgm:cxn modelId="{08CE71DB-572D-4ACB-8DAE-49DF0EDB2A42}" type="presParOf" srcId="{5C1C285B-C9E2-4D7C-9A1E-BEBE6A1C8826}" destId="{9143E7C6-F186-4BFF-BA3B-3983B8A35AAD}" srcOrd="3" destOrd="0" presId="urn:microsoft.com/office/officeart/2018/2/layout/IconVerticalSolidList"/>
    <dgm:cxn modelId="{3D87E4E7-09E0-434B-B2CF-4F8CF858FF70}" type="presParOf" srcId="{5C1C285B-C9E2-4D7C-9A1E-BEBE6A1C8826}" destId="{78C678D5-5EC5-4D85-B94F-A33A451FE63A}" srcOrd="4" destOrd="0" presId="urn:microsoft.com/office/officeart/2018/2/layout/IconVerticalSolidList"/>
    <dgm:cxn modelId="{0421ABD4-8B46-4A62-8C17-2AD635A21691}" type="presParOf" srcId="{78C678D5-5EC5-4D85-B94F-A33A451FE63A}" destId="{C2F76397-63A4-4672-AE7A-4B49CD6F58E6}" srcOrd="0" destOrd="0" presId="urn:microsoft.com/office/officeart/2018/2/layout/IconVerticalSolidList"/>
    <dgm:cxn modelId="{3B1EF74D-9240-49C7-8691-BA8C18F9621A}" type="presParOf" srcId="{78C678D5-5EC5-4D85-B94F-A33A451FE63A}" destId="{5475D4E3-89BD-4DBD-98BB-5F5CFA551E4D}" srcOrd="1" destOrd="0" presId="urn:microsoft.com/office/officeart/2018/2/layout/IconVerticalSolidList"/>
    <dgm:cxn modelId="{B59A996E-0B10-4A46-B807-521EC4949B59}" type="presParOf" srcId="{78C678D5-5EC5-4D85-B94F-A33A451FE63A}" destId="{789B75FB-34F5-455A-8C90-1610770BD98B}" srcOrd="2" destOrd="0" presId="urn:microsoft.com/office/officeart/2018/2/layout/IconVerticalSolidList"/>
    <dgm:cxn modelId="{017EA057-AA7C-4DFE-B17A-FE38D9B2AB4A}" type="presParOf" srcId="{78C678D5-5EC5-4D85-B94F-A33A451FE63A}" destId="{1927BC3E-6BE9-4868-AAEC-D0BB21C622F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E878FC-A61C-4C0A-8AD5-5AEC77507383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466A07B-F267-42B6-899D-4306DFF6AAB1}">
      <dgm:prSet/>
      <dgm:spPr/>
      <dgm:t>
        <a:bodyPr/>
        <a:lstStyle/>
        <a:p>
          <a:r>
            <a:rPr lang="en-GB" b="1"/>
            <a:t>Process:</a:t>
          </a:r>
          <a:endParaRPr lang="en-US"/>
        </a:p>
      </dgm:t>
    </dgm:pt>
    <dgm:pt modelId="{FCD8898C-0C4C-4C9A-ADAA-7AC4ABBA4978}" type="parTrans" cxnId="{95DCBAF7-35F1-427C-A09C-A0BC022CF87B}">
      <dgm:prSet/>
      <dgm:spPr/>
      <dgm:t>
        <a:bodyPr/>
        <a:lstStyle/>
        <a:p>
          <a:endParaRPr lang="en-US"/>
        </a:p>
      </dgm:t>
    </dgm:pt>
    <dgm:pt modelId="{1A7F0F9B-D6FD-41C6-9CD1-96AC4B41E5F9}" type="sibTrans" cxnId="{95DCBAF7-35F1-427C-A09C-A0BC022CF87B}">
      <dgm:prSet/>
      <dgm:spPr/>
      <dgm:t>
        <a:bodyPr/>
        <a:lstStyle/>
        <a:p>
          <a:endParaRPr lang="en-US"/>
        </a:p>
      </dgm:t>
    </dgm:pt>
    <dgm:pt modelId="{0148133E-6B81-4590-872E-20753DB6A4FF}">
      <dgm:prSet/>
      <dgm:spPr/>
      <dgm:t>
        <a:bodyPr/>
        <a:lstStyle/>
        <a:p>
          <a:r>
            <a:rPr lang="en-GB" b="1"/>
            <a:t>INPUT → SCALAR ENCODER → SP → SDR → HTM CLASSIFIER → INPUT</a:t>
          </a:r>
          <a:endParaRPr lang="en-US"/>
        </a:p>
      </dgm:t>
    </dgm:pt>
    <dgm:pt modelId="{7CF2724F-250A-4DE1-95DF-0EE9AD40690F}" type="parTrans" cxnId="{072B0825-8A7B-4C88-8F5E-4A261240F0C1}">
      <dgm:prSet/>
      <dgm:spPr/>
      <dgm:t>
        <a:bodyPr/>
        <a:lstStyle/>
        <a:p>
          <a:endParaRPr lang="en-US"/>
        </a:p>
      </dgm:t>
    </dgm:pt>
    <dgm:pt modelId="{B05AFAA3-8DC0-4639-B9C9-A9544178F2FC}" type="sibTrans" cxnId="{072B0825-8A7B-4C88-8F5E-4A261240F0C1}">
      <dgm:prSet/>
      <dgm:spPr/>
      <dgm:t>
        <a:bodyPr/>
        <a:lstStyle/>
        <a:p>
          <a:endParaRPr lang="en-US"/>
        </a:p>
      </dgm:t>
    </dgm:pt>
    <dgm:pt modelId="{10901CEF-8D2B-4F82-BD3B-669C0DB15006}">
      <dgm:prSet/>
      <dgm:spPr/>
      <dgm:t>
        <a:bodyPr/>
        <a:lstStyle/>
        <a:p>
          <a:r>
            <a:rPr lang="en-GB" b="1"/>
            <a:t>INPUT → SCALAR ENCODER → SP → SDR → KNN CLASSIFIER → INPUT</a:t>
          </a:r>
          <a:endParaRPr lang="en-US"/>
        </a:p>
      </dgm:t>
    </dgm:pt>
    <dgm:pt modelId="{81AE7E40-DF96-4D8F-AD2E-7848E0B22084}" type="parTrans" cxnId="{177EE554-2EC4-43A0-AD33-1FA066164AFD}">
      <dgm:prSet/>
      <dgm:spPr/>
      <dgm:t>
        <a:bodyPr/>
        <a:lstStyle/>
        <a:p>
          <a:endParaRPr lang="en-US"/>
        </a:p>
      </dgm:t>
    </dgm:pt>
    <dgm:pt modelId="{F6326332-613A-48DE-A22A-E11011AD5B33}" type="sibTrans" cxnId="{177EE554-2EC4-43A0-AD33-1FA066164AFD}">
      <dgm:prSet/>
      <dgm:spPr/>
      <dgm:t>
        <a:bodyPr/>
        <a:lstStyle/>
        <a:p>
          <a:endParaRPr lang="en-US"/>
        </a:p>
      </dgm:t>
    </dgm:pt>
    <dgm:pt modelId="{C7F1E8B5-4C57-4007-B5F1-54610FF7509A}">
      <dgm:prSet/>
      <dgm:spPr/>
      <dgm:t>
        <a:bodyPr/>
        <a:lstStyle/>
        <a:p>
          <a:r>
            <a:rPr lang="en-GB"/>
            <a:t>HTM Classifier predicts input using past SDR patterns.</a:t>
          </a:r>
          <a:endParaRPr lang="en-US"/>
        </a:p>
      </dgm:t>
    </dgm:pt>
    <dgm:pt modelId="{04A91EC1-080E-45DB-91EA-79351CBEF86E}" type="parTrans" cxnId="{FDAC2ADA-6BB5-42A9-A742-9A6BA0BB42D6}">
      <dgm:prSet/>
      <dgm:spPr/>
      <dgm:t>
        <a:bodyPr/>
        <a:lstStyle/>
        <a:p>
          <a:endParaRPr lang="en-US"/>
        </a:p>
      </dgm:t>
    </dgm:pt>
    <dgm:pt modelId="{4B297A45-4AE0-4D56-9BEB-EA11C097F9EE}" type="sibTrans" cxnId="{FDAC2ADA-6BB5-42A9-A742-9A6BA0BB42D6}">
      <dgm:prSet/>
      <dgm:spPr/>
      <dgm:t>
        <a:bodyPr/>
        <a:lstStyle/>
        <a:p>
          <a:endParaRPr lang="en-US"/>
        </a:p>
      </dgm:t>
    </dgm:pt>
    <dgm:pt modelId="{EBF81B21-C0DA-48A3-9EF5-DD779D0C8856}">
      <dgm:prSet/>
      <dgm:spPr/>
      <dgm:t>
        <a:bodyPr/>
        <a:lstStyle/>
        <a:p>
          <a:r>
            <a:rPr lang="en-GB"/>
            <a:t>KNN Classifier reconstructs input based on stored nearest neighbors.</a:t>
          </a:r>
          <a:endParaRPr lang="en-US"/>
        </a:p>
      </dgm:t>
    </dgm:pt>
    <dgm:pt modelId="{DCE52CE5-F2B8-4B42-B9B8-10181B9EAB27}" type="parTrans" cxnId="{4ED305AD-BD76-4083-ABAA-55D1A0FDEC1F}">
      <dgm:prSet/>
      <dgm:spPr/>
      <dgm:t>
        <a:bodyPr/>
        <a:lstStyle/>
        <a:p>
          <a:endParaRPr lang="en-US"/>
        </a:p>
      </dgm:t>
    </dgm:pt>
    <dgm:pt modelId="{D7A5D99D-F6FA-44EC-8E67-F21D96CF3A7F}" type="sibTrans" cxnId="{4ED305AD-BD76-4083-ABAA-55D1A0FDEC1F}">
      <dgm:prSet/>
      <dgm:spPr/>
      <dgm:t>
        <a:bodyPr/>
        <a:lstStyle/>
        <a:p>
          <a:endParaRPr lang="en-US"/>
        </a:p>
      </dgm:t>
    </dgm:pt>
    <dgm:pt modelId="{24DDF6EE-AF3F-4103-8658-33CA83154743}" type="pres">
      <dgm:prSet presAssocID="{E3E878FC-A61C-4C0A-8AD5-5AEC77507383}" presName="Name0" presStyleCnt="0">
        <dgm:presLayoutVars>
          <dgm:dir/>
          <dgm:animLvl val="lvl"/>
          <dgm:resizeHandles val="exact"/>
        </dgm:presLayoutVars>
      </dgm:prSet>
      <dgm:spPr/>
    </dgm:pt>
    <dgm:pt modelId="{CE57410A-0259-4C4E-8E42-47C2F77B1D1B}" type="pres">
      <dgm:prSet presAssocID="{EBF81B21-C0DA-48A3-9EF5-DD779D0C8856}" presName="boxAndChildren" presStyleCnt="0"/>
      <dgm:spPr/>
    </dgm:pt>
    <dgm:pt modelId="{37D2203E-BFA2-49D2-A7C3-035FF597D4AB}" type="pres">
      <dgm:prSet presAssocID="{EBF81B21-C0DA-48A3-9EF5-DD779D0C8856}" presName="parentTextBox" presStyleLbl="node1" presStyleIdx="0" presStyleCnt="3"/>
      <dgm:spPr/>
    </dgm:pt>
    <dgm:pt modelId="{176DD79A-0409-41F5-B3DB-E94FFABB66AC}" type="pres">
      <dgm:prSet presAssocID="{4B297A45-4AE0-4D56-9BEB-EA11C097F9EE}" presName="sp" presStyleCnt="0"/>
      <dgm:spPr/>
    </dgm:pt>
    <dgm:pt modelId="{B3572DC1-22F6-4282-985D-9FA3676CCC18}" type="pres">
      <dgm:prSet presAssocID="{C7F1E8B5-4C57-4007-B5F1-54610FF7509A}" presName="arrowAndChildren" presStyleCnt="0"/>
      <dgm:spPr/>
    </dgm:pt>
    <dgm:pt modelId="{98738FCD-D500-4FE1-8089-0C0E4D1AEEDF}" type="pres">
      <dgm:prSet presAssocID="{C7F1E8B5-4C57-4007-B5F1-54610FF7509A}" presName="parentTextArrow" presStyleLbl="node1" presStyleIdx="1" presStyleCnt="3"/>
      <dgm:spPr/>
    </dgm:pt>
    <dgm:pt modelId="{5F77984C-98F4-48A2-AB63-DDCC0B251617}" type="pres">
      <dgm:prSet presAssocID="{1A7F0F9B-D6FD-41C6-9CD1-96AC4B41E5F9}" presName="sp" presStyleCnt="0"/>
      <dgm:spPr/>
    </dgm:pt>
    <dgm:pt modelId="{441C8130-9F8E-44C2-8251-6C8516A6ED05}" type="pres">
      <dgm:prSet presAssocID="{D466A07B-F267-42B6-899D-4306DFF6AAB1}" presName="arrowAndChildren" presStyleCnt="0"/>
      <dgm:spPr/>
    </dgm:pt>
    <dgm:pt modelId="{EFC95A2A-D4C5-48EC-A841-EB34770CC739}" type="pres">
      <dgm:prSet presAssocID="{D466A07B-F267-42B6-899D-4306DFF6AAB1}" presName="parentTextArrow" presStyleLbl="node1" presStyleIdx="1" presStyleCnt="3"/>
      <dgm:spPr/>
    </dgm:pt>
    <dgm:pt modelId="{6230A2EC-CD2F-489D-A596-D7D644DB7E7F}" type="pres">
      <dgm:prSet presAssocID="{D466A07B-F267-42B6-899D-4306DFF6AAB1}" presName="arrow" presStyleLbl="node1" presStyleIdx="2" presStyleCnt="3"/>
      <dgm:spPr/>
    </dgm:pt>
    <dgm:pt modelId="{0FFAC6A9-FEAA-481A-92B2-435F8C98ED04}" type="pres">
      <dgm:prSet presAssocID="{D466A07B-F267-42B6-899D-4306DFF6AAB1}" presName="descendantArrow" presStyleCnt="0"/>
      <dgm:spPr/>
    </dgm:pt>
    <dgm:pt modelId="{AF238E76-EFB7-41AA-918F-86A77962C51C}" type="pres">
      <dgm:prSet presAssocID="{0148133E-6B81-4590-872E-20753DB6A4FF}" presName="childTextArrow" presStyleLbl="fgAccFollowNode1" presStyleIdx="0" presStyleCnt="2">
        <dgm:presLayoutVars>
          <dgm:bulletEnabled val="1"/>
        </dgm:presLayoutVars>
      </dgm:prSet>
      <dgm:spPr/>
    </dgm:pt>
    <dgm:pt modelId="{317257A7-E36F-407A-BA68-7E4B957235C6}" type="pres">
      <dgm:prSet presAssocID="{10901CEF-8D2B-4F82-BD3B-669C0DB15006}" presName="childTextArrow" presStyleLbl="fgAccFollowNode1" presStyleIdx="1" presStyleCnt="2">
        <dgm:presLayoutVars>
          <dgm:bulletEnabled val="1"/>
        </dgm:presLayoutVars>
      </dgm:prSet>
      <dgm:spPr/>
    </dgm:pt>
  </dgm:ptLst>
  <dgm:cxnLst>
    <dgm:cxn modelId="{072B0825-8A7B-4C88-8F5E-4A261240F0C1}" srcId="{D466A07B-F267-42B6-899D-4306DFF6AAB1}" destId="{0148133E-6B81-4590-872E-20753DB6A4FF}" srcOrd="0" destOrd="0" parTransId="{7CF2724F-250A-4DE1-95DF-0EE9AD40690F}" sibTransId="{B05AFAA3-8DC0-4639-B9C9-A9544178F2FC}"/>
    <dgm:cxn modelId="{8D407B26-2488-4AD6-849E-854113E2BD5F}" type="presOf" srcId="{C7F1E8B5-4C57-4007-B5F1-54610FF7509A}" destId="{98738FCD-D500-4FE1-8089-0C0E4D1AEEDF}" srcOrd="0" destOrd="0" presId="urn:microsoft.com/office/officeart/2005/8/layout/process4"/>
    <dgm:cxn modelId="{309E6232-BE68-4770-8A8F-F4805694F9CE}" type="presOf" srcId="{D466A07B-F267-42B6-899D-4306DFF6AAB1}" destId="{6230A2EC-CD2F-489D-A596-D7D644DB7E7F}" srcOrd="1" destOrd="0" presId="urn:microsoft.com/office/officeart/2005/8/layout/process4"/>
    <dgm:cxn modelId="{11733936-2AD2-4940-8A30-B0AA3AB13F7F}" type="presOf" srcId="{0148133E-6B81-4590-872E-20753DB6A4FF}" destId="{AF238E76-EFB7-41AA-918F-86A77962C51C}" srcOrd="0" destOrd="0" presId="urn:microsoft.com/office/officeart/2005/8/layout/process4"/>
    <dgm:cxn modelId="{BE19124D-9235-4B84-BB1C-162625E3675B}" type="presOf" srcId="{10901CEF-8D2B-4F82-BD3B-669C0DB15006}" destId="{317257A7-E36F-407A-BA68-7E4B957235C6}" srcOrd="0" destOrd="0" presId="urn:microsoft.com/office/officeart/2005/8/layout/process4"/>
    <dgm:cxn modelId="{177EE554-2EC4-43A0-AD33-1FA066164AFD}" srcId="{D466A07B-F267-42B6-899D-4306DFF6AAB1}" destId="{10901CEF-8D2B-4F82-BD3B-669C0DB15006}" srcOrd="1" destOrd="0" parTransId="{81AE7E40-DF96-4D8F-AD2E-7848E0B22084}" sibTransId="{F6326332-613A-48DE-A22A-E11011AD5B33}"/>
    <dgm:cxn modelId="{09ADB15B-BD81-46F2-82E1-4F2234E41FCE}" type="presOf" srcId="{D466A07B-F267-42B6-899D-4306DFF6AAB1}" destId="{EFC95A2A-D4C5-48EC-A841-EB34770CC739}" srcOrd="0" destOrd="0" presId="urn:microsoft.com/office/officeart/2005/8/layout/process4"/>
    <dgm:cxn modelId="{2BE7185F-970E-4214-9D6F-FD9C00D8DC41}" type="presOf" srcId="{E3E878FC-A61C-4C0A-8AD5-5AEC77507383}" destId="{24DDF6EE-AF3F-4103-8658-33CA83154743}" srcOrd="0" destOrd="0" presId="urn:microsoft.com/office/officeart/2005/8/layout/process4"/>
    <dgm:cxn modelId="{4ED305AD-BD76-4083-ABAA-55D1A0FDEC1F}" srcId="{E3E878FC-A61C-4C0A-8AD5-5AEC77507383}" destId="{EBF81B21-C0DA-48A3-9EF5-DD779D0C8856}" srcOrd="2" destOrd="0" parTransId="{DCE52CE5-F2B8-4B42-B9B8-10181B9EAB27}" sibTransId="{D7A5D99D-F6FA-44EC-8E67-F21D96CF3A7F}"/>
    <dgm:cxn modelId="{FDAC2ADA-6BB5-42A9-A742-9A6BA0BB42D6}" srcId="{E3E878FC-A61C-4C0A-8AD5-5AEC77507383}" destId="{C7F1E8B5-4C57-4007-B5F1-54610FF7509A}" srcOrd="1" destOrd="0" parTransId="{04A91EC1-080E-45DB-91EA-79351CBEF86E}" sibTransId="{4B297A45-4AE0-4D56-9BEB-EA11C097F9EE}"/>
    <dgm:cxn modelId="{95DCBAF7-35F1-427C-A09C-A0BC022CF87B}" srcId="{E3E878FC-A61C-4C0A-8AD5-5AEC77507383}" destId="{D466A07B-F267-42B6-899D-4306DFF6AAB1}" srcOrd="0" destOrd="0" parTransId="{FCD8898C-0C4C-4C9A-ADAA-7AC4ABBA4978}" sibTransId="{1A7F0F9B-D6FD-41C6-9CD1-96AC4B41E5F9}"/>
    <dgm:cxn modelId="{4BBEF5F9-E7C8-4642-AF3E-17A8B7B34684}" type="presOf" srcId="{EBF81B21-C0DA-48A3-9EF5-DD779D0C8856}" destId="{37D2203E-BFA2-49D2-A7C3-035FF597D4AB}" srcOrd="0" destOrd="0" presId="urn:microsoft.com/office/officeart/2005/8/layout/process4"/>
    <dgm:cxn modelId="{671219A2-9C05-4E6B-934F-E1CB2D06DE34}" type="presParOf" srcId="{24DDF6EE-AF3F-4103-8658-33CA83154743}" destId="{CE57410A-0259-4C4E-8E42-47C2F77B1D1B}" srcOrd="0" destOrd="0" presId="urn:microsoft.com/office/officeart/2005/8/layout/process4"/>
    <dgm:cxn modelId="{3DEF7C8D-0D23-4574-BABE-4B76E2283EA8}" type="presParOf" srcId="{CE57410A-0259-4C4E-8E42-47C2F77B1D1B}" destId="{37D2203E-BFA2-49D2-A7C3-035FF597D4AB}" srcOrd="0" destOrd="0" presId="urn:microsoft.com/office/officeart/2005/8/layout/process4"/>
    <dgm:cxn modelId="{6D5275AA-23A7-4D4C-A461-ECE13A852552}" type="presParOf" srcId="{24DDF6EE-AF3F-4103-8658-33CA83154743}" destId="{176DD79A-0409-41F5-B3DB-E94FFABB66AC}" srcOrd="1" destOrd="0" presId="urn:microsoft.com/office/officeart/2005/8/layout/process4"/>
    <dgm:cxn modelId="{6DBE98E5-4956-4DBA-97BB-10461D14EFEF}" type="presParOf" srcId="{24DDF6EE-AF3F-4103-8658-33CA83154743}" destId="{B3572DC1-22F6-4282-985D-9FA3676CCC18}" srcOrd="2" destOrd="0" presId="urn:microsoft.com/office/officeart/2005/8/layout/process4"/>
    <dgm:cxn modelId="{9DEFFB13-7E2B-4453-8416-3BEC14018489}" type="presParOf" srcId="{B3572DC1-22F6-4282-985D-9FA3676CCC18}" destId="{98738FCD-D500-4FE1-8089-0C0E4D1AEEDF}" srcOrd="0" destOrd="0" presId="urn:microsoft.com/office/officeart/2005/8/layout/process4"/>
    <dgm:cxn modelId="{88DEFEA0-91EA-40B5-88D4-B5FECBE3144A}" type="presParOf" srcId="{24DDF6EE-AF3F-4103-8658-33CA83154743}" destId="{5F77984C-98F4-48A2-AB63-DDCC0B251617}" srcOrd="3" destOrd="0" presId="urn:microsoft.com/office/officeart/2005/8/layout/process4"/>
    <dgm:cxn modelId="{06D6EFAA-0AEC-499A-8795-25F528DA0E7F}" type="presParOf" srcId="{24DDF6EE-AF3F-4103-8658-33CA83154743}" destId="{441C8130-9F8E-44C2-8251-6C8516A6ED05}" srcOrd="4" destOrd="0" presId="urn:microsoft.com/office/officeart/2005/8/layout/process4"/>
    <dgm:cxn modelId="{19008607-3E8A-4A8B-A929-87C3EA18888E}" type="presParOf" srcId="{441C8130-9F8E-44C2-8251-6C8516A6ED05}" destId="{EFC95A2A-D4C5-48EC-A841-EB34770CC739}" srcOrd="0" destOrd="0" presId="urn:microsoft.com/office/officeart/2005/8/layout/process4"/>
    <dgm:cxn modelId="{11CEF06B-B322-4C35-A906-66E557168378}" type="presParOf" srcId="{441C8130-9F8E-44C2-8251-6C8516A6ED05}" destId="{6230A2EC-CD2F-489D-A596-D7D644DB7E7F}" srcOrd="1" destOrd="0" presId="urn:microsoft.com/office/officeart/2005/8/layout/process4"/>
    <dgm:cxn modelId="{1BEDBCD4-A389-41C3-AC8D-228295A3FDF0}" type="presParOf" srcId="{441C8130-9F8E-44C2-8251-6C8516A6ED05}" destId="{0FFAC6A9-FEAA-481A-92B2-435F8C98ED04}" srcOrd="2" destOrd="0" presId="urn:microsoft.com/office/officeart/2005/8/layout/process4"/>
    <dgm:cxn modelId="{03F9C5E8-B150-401E-825D-5C0D80BF194F}" type="presParOf" srcId="{0FFAC6A9-FEAA-481A-92B2-435F8C98ED04}" destId="{AF238E76-EFB7-41AA-918F-86A77962C51C}" srcOrd="0" destOrd="0" presId="urn:microsoft.com/office/officeart/2005/8/layout/process4"/>
    <dgm:cxn modelId="{2DB6D985-3477-40BB-BA65-8AB07F2B8B22}" type="presParOf" srcId="{0FFAC6A9-FEAA-481A-92B2-435F8C98ED04}" destId="{317257A7-E36F-407A-BA68-7E4B957235C6}" srcOrd="1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A459B5C-0253-4857-A62C-53C7E7933219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DF1B642-AC4D-4B78-9129-ECA35D0AA1B1}">
      <dgm:prSet/>
      <dgm:spPr/>
      <dgm:t>
        <a:bodyPr/>
        <a:lstStyle/>
        <a:p>
          <a:r>
            <a:rPr lang="en-GB"/>
            <a:t>Implement a reconstruction experiment using HTM and KNN classifiers.</a:t>
          </a:r>
          <a:endParaRPr lang="en-US"/>
        </a:p>
      </dgm:t>
    </dgm:pt>
    <dgm:pt modelId="{ADDBCF52-5A5B-45A0-88E6-EEF025A7E461}" type="parTrans" cxnId="{74A6636B-54DC-4B8E-BE95-A4B8803879FC}">
      <dgm:prSet/>
      <dgm:spPr/>
      <dgm:t>
        <a:bodyPr/>
        <a:lstStyle/>
        <a:p>
          <a:endParaRPr lang="en-US"/>
        </a:p>
      </dgm:t>
    </dgm:pt>
    <dgm:pt modelId="{C1AD0B81-3D9F-4B0F-8C55-FEFD2A96053F}" type="sibTrans" cxnId="{74A6636B-54DC-4B8E-BE95-A4B8803879FC}">
      <dgm:prSet/>
      <dgm:spPr/>
      <dgm:t>
        <a:bodyPr/>
        <a:lstStyle/>
        <a:p>
          <a:endParaRPr lang="en-US"/>
        </a:p>
      </dgm:t>
    </dgm:pt>
    <dgm:pt modelId="{8AD084AF-116B-4C77-BFBB-F443EB7FC820}">
      <dgm:prSet/>
      <dgm:spPr/>
      <dgm:t>
        <a:bodyPr/>
        <a:lstStyle/>
        <a:p>
          <a:r>
            <a:rPr lang="en-GB"/>
            <a:t>Train the classifiers using SDR representations of scalar-encoded inputs.</a:t>
          </a:r>
          <a:endParaRPr lang="en-US"/>
        </a:p>
      </dgm:t>
    </dgm:pt>
    <dgm:pt modelId="{7E71CADC-03AF-4437-8804-DF1886087429}" type="parTrans" cxnId="{71DABBE7-FF39-4398-8AB2-E85FF7A321E9}">
      <dgm:prSet/>
      <dgm:spPr/>
      <dgm:t>
        <a:bodyPr/>
        <a:lstStyle/>
        <a:p>
          <a:endParaRPr lang="en-US"/>
        </a:p>
      </dgm:t>
    </dgm:pt>
    <dgm:pt modelId="{55C3B463-0557-4EE6-812F-939125DB95CF}" type="sibTrans" cxnId="{71DABBE7-FF39-4398-8AB2-E85FF7A321E9}">
      <dgm:prSet/>
      <dgm:spPr/>
      <dgm:t>
        <a:bodyPr/>
        <a:lstStyle/>
        <a:p>
          <a:endParaRPr lang="en-US"/>
        </a:p>
      </dgm:t>
    </dgm:pt>
    <dgm:pt modelId="{03C38DC2-81DA-4974-9826-396D549C51AB}">
      <dgm:prSet/>
      <dgm:spPr/>
      <dgm:t>
        <a:bodyPr/>
        <a:lstStyle/>
        <a:p>
          <a:r>
            <a:rPr lang="en-GB"/>
            <a:t>Compare the reconstructed input with the original.</a:t>
          </a:r>
          <a:endParaRPr lang="en-US"/>
        </a:p>
      </dgm:t>
    </dgm:pt>
    <dgm:pt modelId="{F20C8847-8E75-4ADD-9F4D-409D7B4C7116}" type="parTrans" cxnId="{FE561292-6042-47C3-9931-ABF4349FDC4A}">
      <dgm:prSet/>
      <dgm:spPr/>
      <dgm:t>
        <a:bodyPr/>
        <a:lstStyle/>
        <a:p>
          <a:endParaRPr lang="en-US"/>
        </a:p>
      </dgm:t>
    </dgm:pt>
    <dgm:pt modelId="{F4588362-08E3-485F-835A-C8BC03F8D516}" type="sibTrans" cxnId="{FE561292-6042-47C3-9931-ABF4349FDC4A}">
      <dgm:prSet/>
      <dgm:spPr/>
      <dgm:t>
        <a:bodyPr/>
        <a:lstStyle/>
        <a:p>
          <a:endParaRPr lang="en-US"/>
        </a:p>
      </dgm:t>
    </dgm:pt>
    <dgm:pt modelId="{A45E2269-E034-459D-A123-D49880DC509E}" type="pres">
      <dgm:prSet presAssocID="{2A459B5C-0253-4857-A62C-53C7E7933219}" presName="root" presStyleCnt="0">
        <dgm:presLayoutVars>
          <dgm:dir/>
          <dgm:resizeHandles val="exact"/>
        </dgm:presLayoutVars>
      </dgm:prSet>
      <dgm:spPr/>
    </dgm:pt>
    <dgm:pt modelId="{F88996F1-23D6-42D3-B75C-53D98A4E522B}" type="pres">
      <dgm:prSet presAssocID="{2A459B5C-0253-4857-A62C-53C7E7933219}" presName="container" presStyleCnt="0">
        <dgm:presLayoutVars>
          <dgm:dir/>
          <dgm:resizeHandles val="exact"/>
        </dgm:presLayoutVars>
      </dgm:prSet>
      <dgm:spPr/>
    </dgm:pt>
    <dgm:pt modelId="{36610CF9-853F-4855-A999-0897C3A15556}" type="pres">
      <dgm:prSet presAssocID="{0DF1B642-AC4D-4B78-9129-ECA35D0AA1B1}" presName="compNode" presStyleCnt="0"/>
      <dgm:spPr/>
    </dgm:pt>
    <dgm:pt modelId="{5F37EE48-F83F-4406-857D-22ECE467FC6A}" type="pres">
      <dgm:prSet presAssocID="{0DF1B642-AC4D-4B78-9129-ECA35D0AA1B1}" presName="iconBgRect" presStyleLbl="bgShp" presStyleIdx="0" presStyleCnt="3"/>
      <dgm:spPr/>
    </dgm:pt>
    <dgm:pt modelId="{36E58F56-38EE-4F48-9A6A-34E4A3059AC6}" type="pres">
      <dgm:prSet presAssocID="{0DF1B642-AC4D-4B78-9129-ECA35D0AA1B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st"/>
        </a:ext>
      </dgm:extLst>
    </dgm:pt>
    <dgm:pt modelId="{949D9DFA-9152-425C-B4A7-A86850A47F79}" type="pres">
      <dgm:prSet presAssocID="{0DF1B642-AC4D-4B78-9129-ECA35D0AA1B1}" presName="spaceRect" presStyleCnt="0"/>
      <dgm:spPr/>
    </dgm:pt>
    <dgm:pt modelId="{0D49BEA2-3FD0-4E25-897E-E9FCF369D8F0}" type="pres">
      <dgm:prSet presAssocID="{0DF1B642-AC4D-4B78-9129-ECA35D0AA1B1}" presName="textRect" presStyleLbl="revTx" presStyleIdx="0" presStyleCnt="3">
        <dgm:presLayoutVars>
          <dgm:chMax val="1"/>
          <dgm:chPref val="1"/>
        </dgm:presLayoutVars>
      </dgm:prSet>
      <dgm:spPr/>
    </dgm:pt>
    <dgm:pt modelId="{B5F511EE-3B99-431A-9A37-047E27A3BBE9}" type="pres">
      <dgm:prSet presAssocID="{C1AD0B81-3D9F-4B0F-8C55-FEFD2A96053F}" presName="sibTrans" presStyleLbl="sibTrans2D1" presStyleIdx="0" presStyleCnt="0"/>
      <dgm:spPr/>
    </dgm:pt>
    <dgm:pt modelId="{98D60078-0E47-4F9A-8DA0-24BCF6EA5146}" type="pres">
      <dgm:prSet presAssocID="{8AD084AF-116B-4C77-BFBB-F443EB7FC820}" presName="compNode" presStyleCnt="0"/>
      <dgm:spPr/>
    </dgm:pt>
    <dgm:pt modelId="{5CB5A687-CC7B-43C2-BEA5-D01F150066A4}" type="pres">
      <dgm:prSet presAssocID="{8AD084AF-116B-4C77-BFBB-F443EB7FC820}" presName="iconBgRect" presStyleLbl="bgShp" presStyleIdx="1" presStyleCnt="3"/>
      <dgm:spPr/>
    </dgm:pt>
    <dgm:pt modelId="{CC9B30AD-406F-4143-B37F-A87FF11BAD02}" type="pres">
      <dgm:prSet presAssocID="{8AD084AF-116B-4C77-BFBB-F443EB7FC82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639FE3B-53D1-466F-A2DF-7B42CC7BE338}" type="pres">
      <dgm:prSet presAssocID="{8AD084AF-116B-4C77-BFBB-F443EB7FC820}" presName="spaceRect" presStyleCnt="0"/>
      <dgm:spPr/>
    </dgm:pt>
    <dgm:pt modelId="{4B96F5BB-6DB4-4CEC-9D8E-FC6109769168}" type="pres">
      <dgm:prSet presAssocID="{8AD084AF-116B-4C77-BFBB-F443EB7FC820}" presName="textRect" presStyleLbl="revTx" presStyleIdx="1" presStyleCnt="3">
        <dgm:presLayoutVars>
          <dgm:chMax val="1"/>
          <dgm:chPref val="1"/>
        </dgm:presLayoutVars>
      </dgm:prSet>
      <dgm:spPr/>
    </dgm:pt>
    <dgm:pt modelId="{EAD0268F-98CE-4D62-8A08-4FFAFD455490}" type="pres">
      <dgm:prSet presAssocID="{55C3B463-0557-4EE6-812F-939125DB95CF}" presName="sibTrans" presStyleLbl="sibTrans2D1" presStyleIdx="0" presStyleCnt="0"/>
      <dgm:spPr/>
    </dgm:pt>
    <dgm:pt modelId="{3F987748-0D1B-484A-8CE5-5CB7072B8D28}" type="pres">
      <dgm:prSet presAssocID="{03C38DC2-81DA-4974-9826-396D549C51AB}" presName="compNode" presStyleCnt="0"/>
      <dgm:spPr/>
    </dgm:pt>
    <dgm:pt modelId="{2775EB71-A0BF-4135-8DC9-52DE989335DE}" type="pres">
      <dgm:prSet presAssocID="{03C38DC2-81DA-4974-9826-396D549C51AB}" presName="iconBgRect" presStyleLbl="bgShp" presStyleIdx="2" presStyleCnt="3"/>
      <dgm:spPr/>
    </dgm:pt>
    <dgm:pt modelId="{3D90A2AE-A541-4F28-9210-3EBF9F45F0B3}" type="pres">
      <dgm:prSet presAssocID="{03C38DC2-81DA-4974-9826-396D549C51A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E714C578-7108-4158-8CE4-8ECCD51EF645}" type="pres">
      <dgm:prSet presAssocID="{03C38DC2-81DA-4974-9826-396D549C51AB}" presName="spaceRect" presStyleCnt="0"/>
      <dgm:spPr/>
    </dgm:pt>
    <dgm:pt modelId="{1F4C382F-5772-4D4E-A2FA-D66C1BE310CE}" type="pres">
      <dgm:prSet presAssocID="{03C38DC2-81DA-4974-9826-396D549C51A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7159D42-6607-466C-A6E8-995373D803B9}" type="presOf" srcId="{55C3B463-0557-4EE6-812F-939125DB95CF}" destId="{EAD0268F-98CE-4D62-8A08-4FFAFD455490}" srcOrd="0" destOrd="0" presId="urn:microsoft.com/office/officeart/2018/2/layout/IconCircleList"/>
    <dgm:cxn modelId="{3B80FB5F-FA36-4DE8-8351-B86F02951E76}" type="presOf" srcId="{2A459B5C-0253-4857-A62C-53C7E7933219}" destId="{A45E2269-E034-459D-A123-D49880DC509E}" srcOrd="0" destOrd="0" presId="urn:microsoft.com/office/officeart/2018/2/layout/IconCircleList"/>
    <dgm:cxn modelId="{74A6636B-54DC-4B8E-BE95-A4B8803879FC}" srcId="{2A459B5C-0253-4857-A62C-53C7E7933219}" destId="{0DF1B642-AC4D-4B78-9129-ECA35D0AA1B1}" srcOrd="0" destOrd="0" parTransId="{ADDBCF52-5A5B-45A0-88E6-EEF025A7E461}" sibTransId="{C1AD0B81-3D9F-4B0F-8C55-FEFD2A96053F}"/>
    <dgm:cxn modelId="{667BEF90-A16B-4C70-A630-2C1EF81ECC9C}" type="presOf" srcId="{0DF1B642-AC4D-4B78-9129-ECA35D0AA1B1}" destId="{0D49BEA2-3FD0-4E25-897E-E9FCF369D8F0}" srcOrd="0" destOrd="0" presId="urn:microsoft.com/office/officeart/2018/2/layout/IconCircleList"/>
    <dgm:cxn modelId="{FE561292-6042-47C3-9931-ABF4349FDC4A}" srcId="{2A459B5C-0253-4857-A62C-53C7E7933219}" destId="{03C38DC2-81DA-4974-9826-396D549C51AB}" srcOrd="2" destOrd="0" parTransId="{F20C8847-8E75-4ADD-9F4D-409D7B4C7116}" sibTransId="{F4588362-08E3-485F-835A-C8BC03F8D516}"/>
    <dgm:cxn modelId="{102D359C-9FB2-4C50-95F6-C98E6CA53FC1}" type="presOf" srcId="{8AD084AF-116B-4C77-BFBB-F443EB7FC820}" destId="{4B96F5BB-6DB4-4CEC-9D8E-FC6109769168}" srcOrd="0" destOrd="0" presId="urn:microsoft.com/office/officeart/2018/2/layout/IconCircleList"/>
    <dgm:cxn modelId="{2FBFC0A2-FC7A-45E5-A829-69B09D16072C}" type="presOf" srcId="{03C38DC2-81DA-4974-9826-396D549C51AB}" destId="{1F4C382F-5772-4D4E-A2FA-D66C1BE310CE}" srcOrd="0" destOrd="0" presId="urn:microsoft.com/office/officeart/2018/2/layout/IconCircleList"/>
    <dgm:cxn modelId="{89CEF8CE-AFF4-45CF-8F16-A84B287599DC}" type="presOf" srcId="{C1AD0B81-3D9F-4B0F-8C55-FEFD2A96053F}" destId="{B5F511EE-3B99-431A-9A37-047E27A3BBE9}" srcOrd="0" destOrd="0" presId="urn:microsoft.com/office/officeart/2018/2/layout/IconCircleList"/>
    <dgm:cxn modelId="{71DABBE7-FF39-4398-8AB2-E85FF7A321E9}" srcId="{2A459B5C-0253-4857-A62C-53C7E7933219}" destId="{8AD084AF-116B-4C77-BFBB-F443EB7FC820}" srcOrd="1" destOrd="0" parTransId="{7E71CADC-03AF-4437-8804-DF1886087429}" sibTransId="{55C3B463-0557-4EE6-812F-939125DB95CF}"/>
    <dgm:cxn modelId="{F06E77DB-005A-4E8B-B1B6-6B48AAE11345}" type="presParOf" srcId="{A45E2269-E034-459D-A123-D49880DC509E}" destId="{F88996F1-23D6-42D3-B75C-53D98A4E522B}" srcOrd="0" destOrd="0" presId="urn:microsoft.com/office/officeart/2018/2/layout/IconCircleList"/>
    <dgm:cxn modelId="{D5039D51-73DC-4A4B-B6B2-C91FEECBA0AE}" type="presParOf" srcId="{F88996F1-23D6-42D3-B75C-53D98A4E522B}" destId="{36610CF9-853F-4855-A999-0897C3A15556}" srcOrd="0" destOrd="0" presId="urn:microsoft.com/office/officeart/2018/2/layout/IconCircleList"/>
    <dgm:cxn modelId="{94910945-189D-4E32-9601-FCF31E97CD1F}" type="presParOf" srcId="{36610CF9-853F-4855-A999-0897C3A15556}" destId="{5F37EE48-F83F-4406-857D-22ECE467FC6A}" srcOrd="0" destOrd="0" presId="urn:microsoft.com/office/officeart/2018/2/layout/IconCircleList"/>
    <dgm:cxn modelId="{93995643-C0F0-4DB9-B2B1-554C4C8547E5}" type="presParOf" srcId="{36610CF9-853F-4855-A999-0897C3A15556}" destId="{36E58F56-38EE-4F48-9A6A-34E4A3059AC6}" srcOrd="1" destOrd="0" presId="urn:microsoft.com/office/officeart/2018/2/layout/IconCircleList"/>
    <dgm:cxn modelId="{006C7257-79C4-4B2F-A88F-2EF79D676606}" type="presParOf" srcId="{36610CF9-853F-4855-A999-0897C3A15556}" destId="{949D9DFA-9152-425C-B4A7-A86850A47F79}" srcOrd="2" destOrd="0" presId="urn:microsoft.com/office/officeart/2018/2/layout/IconCircleList"/>
    <dgm:cxn modelId="{CAEA8B03-7C06-4917-A626-67AA37B2A7B0}" type="presParOf" srcId="{36610CF9-853F-4855-A999-0897C3A15556}" destId="{0D49BEA2-3FD0-4E25-897E-E9FCF369D8F0}" srcOrd="3" destOrd="0" presId="urn:microsoft.com/office/officeart/2018/2/layout/IconCircleList"/>
    <dgm:cxn modelId="{39950997-C071-406F-9773-D027DADEED7A}" type="presParOf" srcId="{F88996F1-23D6-42D3-B75C-53D98A4E522B}" destId="{B5F511EE-3B99-431A-9A37-047E27A3BBE9}" srcOrd="1" destOrd="0" presId="urn:microsoft.com/office/officeart/2018/2/layout/IconCircleList"/>
    <dgm:cxn modelId="{60EB701E-F405-4186-A7D3-E6652EDE92C0}" type="presParOf" srcId="{F88996F1-23D6-42D3-B75C-53D98A4E522B}" destId="{98D60078-0E47-4F9A-8DA0-24BCF6EA5146}" srcOrd="2" destOrd="0" presId="urn:microsoft.com/office/officeart/2018/2/layout/IconCircleList"/>
    <dgm:cxn modelId="{1F95CDA7-1DAF-46AD-9F07-ED2D425B5B91}" type="presParOf" srcId="{98D60078-0E47-4F9A-8DA0-24BCF6EA5146}" destId="{5CB5A687-CC7B-43C2-BEA5-D01F150066A4}" srcOrd="0" destOrd="0" presId="urn:microsoft.com/office/officeart/2018/2/layout/IconCircleList"/>
    <dgm:cxn modelId="{0F330EDC-AF93-4936-8495-F32CA801FDCF}" type="presParOf" srcId="{98D60078-0E47-4F9A-8DA0-24BCF6EA5146}" destId="{CC9B30AD-406F-4143-B37F-A87FF11BAD02}" srcOrd="1" destOrd="0" presId="urn:microsoft.com/office/officeart/2018/2/layout/IconCircleList"/>
    <dgm:cxn modelId="{5C9FCB35-16BB-4BFB-902D-A15708928601}" type="presParOf" srcId="{98D60078-0E47-4F9A-8DA0-24BCF6EA5146}" destId="{E639FE3B-53D1-466F-A2DF-7B42CC7BE338}" srcOrd="2" destOrd="0" presId="urn:microsoft.com/office/officeart/2018/2/layout/IconCircleList"/>
    <dgm:cxn modelId="{39D702BB-6D31-4645-BD67-6A56D23AC078}" type="presParOf" srcId="{98D60078-0E47-4F9A-8DA0-24BCF6EA5146}" destId="{4B96F5BB-6DB4-4CEC-9D8E-FC6109769168}" srcOrd="3" destOrd="0" presId="urn:microsoft.com/office/officeart/2018/2/layout/IconCircleList"/>
    <dgm:cxn modelId="{E3A49151-D34C-4055-B631-0BAA150C6449}" type="presParOf" srcId="{F88996F1-23D6-42D3-B75C-53D98A4E522B}" destId="{EAD0268F-98CE-4D62-8A08-4FFAFD455490}" srcOrd="3" destOrd="0" presId="urn:microsoft.com/office/officeart/2018/2/layout/IconCircleList"/>
    <dgm:cxn modelId="{2CEE2C2A-40C0-4F08-AE5C-98E639318B4B}" type="presParOf" srcId="{F88996F1-23D6-42D3-B75C-53D98A4E522B}" destId="{3F987748-0D1B-484A-8CE5-5CB7072B8D28}" srcOrd="4" destOrd="0" presId="urn:microsoft.com/office/officeart/2018/2/layout/IconCircleList"/>
    <dgm:cxn modelId="{00FC0ACA-E1E2-40B1-A96B-89A773DCB63B}" type="presParOf" srcId="{3F987748-0D1B-484A-8CE5-5CB7072B8D28}" destId="{2775EB71-A0BF-4135-8DC9-52DE989335DE}" srcOrd="0" destOrd="0" presId="urn:microsoft.com/office/officeart/2018/2/layout/IconCircleList"/>
    <dgm:cxn modelId="{AB64FB2E-2D3B-4966-BA32-341CC2CD45E8}" type="presParOf" srcId="{3F987748-0D1B-484A-8CE5-5CB7072B8D28}" destId="{3D90A2AE-A541-4F28-9210-3EBF9F45F0B3}" srcOrd="1" destOrd="0" presId="urn:microsoft.com/office/officeart/2018/2/layout/IconCircleList"/>
    <dgm:cxn modelId="{B41481F4-BEF4-4D0A-BBFC-703FF7956EA1}" type="presParOf" srcId="{3F987748-0D1B-484A-8CE5-5CB7072B8D28}" destId="{E714C578-7108-4158-8CE4-8ECCD51EF645}" srcOrd="2" destOrd="0" presId="urn:microsoft.com/office/officeart/2018/2/layout/IconCircleList"/>
    <dgm:cxn modelId="{B0804479-6AEF-426E-9009-6B0D98B51300}" type="presParOf" srcId="{3F987748-0D1B-484A-8CE5-5CB7072B8D28}" destId="{1F4C382F-5772-4D4E-A2FA-D66C1BE310C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59BD0C1-E2C0-4AE6-A143-5A2128ADC26D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D509E95-DB45-4FD2-82E2-4E4D86446CD7}">
      <dgm:prSet/>
      <dgm:spPr/>
      <dgm:t>
        <a:bodyPr/>
        <a:lstStyle/>
        <a:p>
          <a:r>
            <a:rPr lang="en-GB"/>
            <a:t>Implement a reconstruction experiment using HTM and KNN classifiers.</a:t>
          </a:r>
          <a:endParaRPr lang="en-US"/>
        </a:p>
      </dgm:t>
    </dgm:pt>
    <dgm:pt modelId="{33DE23F4-8A07-405B-BC57-4E52EBE77781}" type="parTrans" cxnId="{5136773A-6128-4825-ACAE-EA62131FA54B}">
      <dgm:prSet/>
      <dgm:spPr/>
      <dgm:t>
        <a:bodyPr/>
        <a:lstStyle/>
        <a:p>
          <a:endParaRPr lang="en-US"/>
        </a:p>
      </dgm:t>
    </dgm:pt>
    <dgm:pt modelId="{7E8587FB-E1D3-48BE-8FFB-4A6CF0EABB4D}" type="sibTrans" cxnId="{5136773A-6128-4825-ACAE-EA62131FA54B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55B93829-EB91-4F4E-9DD8-D96B53C02C00}">
      <dgm:prSet/>
      <dgm:spPr/>
      <dgm:t>
        <a:bodyPr/>
        <a:lstStyle/>
        <a:p>
          <a:r>
            <a:rPr lang="en-GB"/>
            <a:t>Train the classifiers using SDR representations of scalar-encoded inputs.</a:t>
          </a:r>
          <a:endParaRPr lang="en-US"/>
        </a:p>
      </dgm:t>
    </dgm:pt>
    <dgm:pt modelId="{A7E753ED-9EA7-48D2-8685-B8E34815D696}" type="parTrans" cxnId="{5EA922C8-ADDC-4CF5-965A-449F7352BE86}">
      <dgm:prSet/>
      <dgm:spPr/>
      <dgm:t>
        <a:bodyPr/>
        <a:lstStyle/>
        <a:p>
          <a:endParaRPr lang="en-US"/>
        </a:p>
      </dgm:t>
    </dgm:pt>
    <dgm:pt modelId="{DEE3B2E0-2459-4005-A9E6-9ECF570BC9E3}" type="sibTrans" cxnId="{5EA922C8-ADDC-4CF5-965A-449F7352BE86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F97F8A13-4670-4E8B-9688-632939A06529}">
      <dgm:prSet/>
      <dgm:spPr/>
      <dgm:t>
        <a:bodyPr/>
        <a:lstStyle/>
        <a:p>
          <a:r>
            <a:rPr lang="en-GB"/>
            <a:t>Compare the reconstructed input with the original.</a:t>
          </a:r>
          <a:endParaRPr lang="en-US"/>
        </a:p>
      </dgm:t>
    </dgm:pt>
    <dgm:pt modelId="{4A976AD0-0CD5-4587-92E7-2673BFBBF5DF}" type="parTrans" cxnId="{982D8B4B-952A-4244-9E29-2724291D58C7}">
      <dgm:prSet/>
      <dgm:spPr/>
      <dgm:t>
        <a:bodyPr/>
        <a:lstStyle/>
        <a:p>
          <a:endParaRPr lang="en-US"/>
        </a:p>
      </dgm:t>
    </dgm:pt>
    <dgm:pt modelId="{6B75775C-E3B9-4C0F-AE37-535D6CCF0608}" type="sibTrans" cxnId="{982D8B4B-952A-4244-9E29-2724291D58C7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C4A1CEF2-5239-4747-9A48-C3D8BEDA3932}" type="pres">
      <dgm:prSet presAssocID="{E59BD0C1-E2C0-4AE6-A143-5A2128ADC26D}" presName="Name0" presStyleCnt="0">
        <dgm:presLayoutVars>
          <dgm:animLvl val="lvl"/>
          <dgm:resizeHandles val="exact"/>
        </dgm:presLayoutVars>
      </dgm:prSet>
      <dgm:spPr/>
    </dgm:pt>
    <dgm:pt modelId="{801DE412-2B89-4E47-9F1F-3B8C334BF015}" type="pres">
      <dgm:prSet presAssocID="{CD509E95-DB45-4FD2-82E2-4E4D86446CD7}" presName="compositeNode" presStyleCnt="0">
        <dgm:presLayoutVars>
          <dgm:bulletEnabled val="1"/>
        </dgm:presLayoutVars>
      </dgm:prSet>
      <dgm:spPr/>
    </dgm:pt>
    <dgm:pt modelId="{949D8E43-7838-43DF-BE20-9A88CD2313F7}" type="pres">
      <dgm:prSet presAssocID="{CD509E95-DB45-4FD2-82E2-4E4D86446CD7}" presName="bgRect" presStyleLbl="bgAccFollowNode1" presStyleIdx="0" presStyleCnt="3"/>
      <dgm:spPr/>
    </dgm:pt>
    <dgm:pt modelId="{FC8E995B-D399-4CB7-892C-17015001A852}" type="pres">
      <dgm:prSet presAssocID="{7E8587FB-E1D3-48BE-8FFB-4A6CF0EABB4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0B218DBE-D404-4E8B-918E-5E7372E9D57A}" type="pres">
      <dgm:prSet presAssocID="{CD509E95-DB45-4FD2-82E2-4E4D86446CD7}" presName="bottomLine" presStyleLbl="alignNode1" presStyleIdx="1" presStyleCnt="6">
        <dgm:presLayoutVars/>
      </dgm:prSet>
      <dgm:spPr/>
    </dgm:pt>
    <dgm:pt modelId="{D55F2E1B-52E6-469D-AE18-240A3062F6C3}" type="pres">
      <dgm:prSet presAssocID="{CD509E95-DB45-4FD2-82E2-4E4D86446CD7}" presName="nodeText" presStyleLbl="bgAccFollowNode1" presStyleIdx="0" presStyleCnt="3">
        <dgm:presLayoutVars>
          <dgm:bulletEnabled val="1"/>
        </dgm:presLayoutVars>
      </dgm:prSet>
      <dgm:spPr/>
    </dgm:pt>
    <dgm:pt modelId="{C455CCA4-A96E-427B-86B4-F6F14E98C6AC}" type="pres">
      <dgm:prSet presAssocID="{7E8587FB-E1D3-48BE-8FFB-4A6CF0EABB4D}" presName="sibTrans" presStyleCnt="0"/>
      <dgm:spPr/>
    </dgm:pt>
    <dgm:pt modelId="{5332327F-ADB6-482D-94A2-D58CB8551718}" type="pres">
      <dgm:prSet presAssocID="{55B93829-EB91-4F4E-9DD8-D96B53C02C00}" presName="compositeNode" presStyleCnt="0">
        <dgm:presLayoutVars>
          <dgm:bulletEnabled val="1"/>
        </dgm:presLayoutVars>
      </dgm:prSet>
      <dgm:spPr/>
    </dgm:pt>
    <dgm:pt modelId="{017036BA-E48B-46FB-8C0E-4D21EB2A2F37}" type="pres">
      <dgm:prSet presAssocID="{55B93829-EB91-4F4E-9DD8-D96B53C02C00}" presName="bgRect" presStyleLbl="bgAccFollowNode1" presStyleIdx="1" presStyleCnt="3"/>
      <dgm:spPr/>
    </dgm:pt>
    <dgm:pt modelId="{C07E00F2-CBDD-4F8B-8E14-8A15355FC5BD}" type="pres">
      <dgm:prSet presAssocID="{DEE3B2E0-2459-4005-A9E6-9ECF570BC9E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BB22E697-F9D0-4797-8BD8-0D1C390CC5EF}" type="pres">
      <dgm:prSet presAssocID="{55B93829-EB91-4F4E-9DD8-D96B53C02C00}" presName="bottomLine" presStyleLbl="alignNode1" presStyleIdx="3" presStyleCnt="6">
        <dgm:presLayoutVars/>
      </dgm:prSet>
      <dgm:spPr/>
    </dgm:pt>
    <dgm:pt modelId="{B53444FC-F5EB-4D57-B5E2-12D834E6F1C3}" type="pres">
      <dgm:prSet presAssocID="{55B93829-EB91-4F4E-9DD8-D96B53C02C00}" presName="nodeText" presStyleLbl="bgAccFollowNode1" presStyleIdx="1" presStyleCnt="3">
        <dgm:presLayoutVars>
          <dgm:bulletEnabled val="1"/>
        </dgm:presLayoutVars>
      </dgm:prSet>
      <dgm:spPr/>
    </dgm:pt>
    <dgm:pt modelId="{E0E16335-2652-45FF-9AE5-8DB1F8EF3A9D}" type="pres">
      <dgm:prSet presAssocID="{DEE3B2E0-2459-4005-A9E6-9ECF570BC9E3}" presName="sibTrans" presStyleCnt="0"/>
      <dgm:spPr/>
    </dgm:pt>
    <dgm:pt modelId="{F5628AB7-50D1-4AF7-AEA2-EF3C5C49D29A}" type="pres">
      <dgm:prSet presAssocID="{F97F8A13-4670-4E8B-9688-632939A06529}" presName="compositeNode" presStyleCnt="0">
        <dgm:presLayoutVars>
          <dgm:bulletEnabled val="1"/>
        </dgm:presLayoutVars>
      </dgm:prSet>
      <dgm:spPr/>
    </dgm:pt>
    <dgm:pt modelId="{E96AD160-DDC3-4B38-B0D3-1191DCF83B35}" type="pres">
      <dgm:prSet presAssocID="{F97F8A13-4670-4E8B-9688-632939A06529}" presName="bgRect" presStyleLbl="bgAccFollowNode1" presStyleIdx="2" presStyleCnt="3"/>
      <dgm:spPr/>
    </dgm:pt>
    <dgm:pt modelId="{6DBB70DA-0796-4848-A6BF-711BDF062B43}" type="pres">
      <dgm:prSet presAssocID="{6B75775C-E3B9-4C0F-AE37-535D6CCF0608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3857DE4D-5658-4D29-A82F-7BB374C9CA2B}" type="pres">
      <dgm:prSet presAssocID="{F97F8A13-4670-4E8B-9688-632939A06529}" presName="bottomLine" presStyleLbl="alignNode1" presStyleIdx="5" presStyleCnt="6">
        <dgm:presLayoutVars/>
      </dgm:prSet>
      <dgm:spPr/>
    </dgm:pt>
    <dgm:pt modelId="{4A1F6CAA-E75A-4F41-A15D-0E613E13F787}" type="pres">
      <dgm:prSet presAssocID="{F97F8A13-4670-4E8B-9688-632939A06529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E3996903-B1B1-413A-A384-EB43BE6814BF}" type="presOf" srcId="{55B93829-EB91-4F4E-9DD8-D96B53C02C00}" destId="{017036BA-E48B-46FB-8C0E-4D21EB2A2F37}" srcOrd="0" destOrd="0" presId="urn:microsoft.com/office/officeart/2016/7/layout/BasicLinearProcessNumbered"/>
    <dgm:cxn modelId="{93F52506-499C-495C-BF6F-2A030D1F2E54}" type="presOf" srcId="{F97F8A13-4670-4E8B-9688-632939A06529}" destId="{E96AD160-DDC3-4B38-B0D3-1191DCF83B35}" srcOrd="0" destOrd="0" presId="urn:microsoft.com/office/officeart/2016/7/layout/BasicLinearProcessNumbered"/>
    <dgm:cxn modelId="{7BD2C417-C3E6-4073-911B-6928D1BB624F}" type="presOf" srcId="{DEE3B2E0-2459-4005-A9E6-9ECF570BC9E3}" destId="{C07E00F2-CBDD-4F8B-8E14-8A15355FC5BD}" srcOrd="0" destOrd="0" presId="urn:microsoft.com/office/officeart/2016/7/layout/BasicLinearProcessNumbered"/>
    <dgm:cxn modelId="{518B6724-22AE-4548-BE17-A9AC001337A6}" type="presOf" srcId="{6B75775C-E3B9-4C0F-AE37-535D6CCF0608}" destId="{6DBB70DA-0796-4848-A6BF-711BDF062B43}" srcOrd="0" destOrd="0" presId="urn:microsoft.com/office/officeart/2016/7/layout/BasicLinearProcessNumbered"/>
    <dgm:cxn modelId="{5136773A-6128-4825-ACAE-EA62131FA54B}" srcId="{E59BD0C1-E2C0-4AE6-A143-5A2128ADC26D}" destId="{CD509E95-DB45-4FD2-82E2-4E4D86446CD7}" srcOrd="0" destOrd="0" parTransId="{33DE23F4-8A07-405B-BC57-4E52EBE77781}" sibTransId="{7E8587FB-E1D3-48BE-8FFB-4A6CF0EABB4D}"/>
    <dgm:cxn modelId="{69B36E3C-7E92-4A2E-AC04-1E6982B30D0B}" type="presOf" srcId="{CD509E95-DB45-4FD2-82E2-4E4D86446CD7}" destId="{949D8E43-7838-43DF-BE20-9A88CD2313F7}" srcOrd="0" destOrd="0" presId="urn:microsoft.com/office/officeart/2016/7/layout/BasicLinearProcessNumbered"/>
    <dgm:cxn modelId="{982D8B4B-952A-4244-9E29-2724291D58C7}" srcId="{E59BD0C1-E2C0-4AE6-A143-5A2128ADC26D}" destId="{F97F8A13-4670-4E8B-9688-632939A06529}" srcOrd="2" destOrd="0" parTransId="{4A976AD0-0CD5-4587-92E7-2673BFBBF5DF}" sibTransId="{6B75775C-E3B9-4C0F-AE37-535D6CCF0608}"/>
    <dgm:cxn modelId="{5E95A28D-48B0-4EBD-A12C-9773B82B62B6}" type="presOf" srcId="{F97F8A13-4670-4E8B-9688-632939A06529}" destId="{4A1F6CAA-E75A-4F41-A15D-0E613E13F787}" srcOrd="1" destOrd="0" presId="urn:microsoft.com/office/officeart/2016/7/layout/BasicLinearProcessNumbered"/>
    <dgm:cxn modelId="{AB4D9595-ADBA-4C26-B95E-3CA89021DE88}" type="presOf" srcId="{CD509E95-DB45-4FD2-82E2-4E4D86446CD7}" destId="{D55F2E1B-52E6-469D-AE18-240A3062F6C3}" srcOrd="1" destOrd="0" presId="urn:microsoft.com/office/officeart/2016/7/layout/BasicLinearProcessNumbered"/>
    <dgm:cxn modelId="{E3F015A0-066F-4715-BB94-89DEE16DC75A}" type="presOf" srcId="{7E8587FB-E1D3-48BE-8FFB-4A6CF0EABB4D}" destId="{FC8E995B-D399-4CB7-892C-17015001A852}" srcOrd="0" destOrd="0" presId="urn:microsoft.com/office/officeart/2016/7/layout/BasicLinearProcessNumbered"/>
    <dgm:cxn modelId="{5EA922C8-ADDC-4CF5-965A-449F7352BE86}" srcId="{E59BD0C1-E2C0-4AE6-A143-5A2128ADC26D}" destId="{55B93829-EB91-4F4E-9DD8-D96B53C02C00}" srcOrd="1" destOrd="0" parTransId="{A7E753ED-9EA7-48D2-8685-B8E34815D696}" sibTransId="{DEE3B2E0-2459-4005-A9E6-9ECF570BC9E3}"/>
    <dgm:cxn modelId="{585448C9-8CC8-42D8-BDAE-F7E5FFC8D568}" type="presOf" srcId="{E59BD0C1-E2C0-4AE6-A143-5A2128ADC26D}" destId="{C4A1CEF2-5239-4747-9A48-C3D8BEDA3932}" srcOrd="0" destOrd="0" presId="urn:microsoft.com/office/officeart/2016/7/layout/BasicLinearProcessNumbered"/>
    <dgm:cxn modelId="{3AD039FE-5749-4109-BAED-A1637E1E39B5}" type="presOf" srcId="{55B93829-EB91-4F4E-9DD8-D96B53C02C00}" destId="{B53444FC-F5EB-4D57-B5E2-12D834E6F1C3}" srcOrd="1" destOrd="0" presId="urn:microsoft.com/office/officeart/2016/7/layout/BasicLinearProcessNumbered"/>
    <dgm:cxn modelId="{08FE538E-24A1-4C6B-8E06-5815E6CDEBA0}" type="presParOf" srcId="{C4A1CEF2-5239-4747-9A48-C3D8BEDA3932}" destId="{801DE412-2B89-4E47-9F1F-3B8C334BF015}" srcOrd="0" destOrd="0" presId="urn:microsoft.com/office/officeart/2016/7/layout/BasicLinearProcessNumbered"/>
    <dgm:cxn modelId="{CA539AFD-4B8B-4DDA-9744-F3064A27375E}" type="presParOf" srcId="{801DE412-2B89-4E47-9F1F-3B8C334BF015}" destId="{949D8E43-7838-43DF-BE20-9A88CD2313F7}" srcOrd="0" destOrd="0" presId="urn:microsoft.com/office/officeart/2016/7/layout/BasicLinearProcessNumbered"/>
    <dgm:cxn modelId="{20D8A07C-ADAF-4C13-A8CA-4FF37679CE60}" type="presParOf" srcId="{801DE412-2B89-4E47-9F1F-3B8C334BF015}" destId="{FC8E995B-D399-4CB7-892C-17015001A852}" srcOrd="1" destOrd="0" presId="urn:microsoft.com/office/officeart/2016/7/layout/BasicLinearProcessNumbered"/>
    <dgm:cxn modelId="{9F6BECCD-60DC-44E5-BC52-1129F8D130F9}" type="presParOf" srcId="{801DE412-2B89-4E47-9F1F-3B8C334BF015}" destId="{0B218DBE-D404-4E8B-918E-5E7372E9D57A}" srcOrd="2" destOrd="0" presId="urn:microsoft.com/office/officeart/2016/7/layout/BasicLinearProcessNumbered"/>
    <dgm:cxn modelId="{220E5B88-A967-4BA9-B5E9-AF7F5EFA2379}" type="presParOf" srcId="{801DE412-2B89-4E47-9F1F-3B8C334BF015}" destId="{D55F2E1B-52E6-469D-AE18-240A3062F6C3}" srcOrd="3" destOrd="0" presId="urn:microsoft.com/office/officeart/2016/7/layout/BasicLinearProcessNumbered"/>
    <dgm:cxn modelId="{DB7582EC-6E01-4B29-8C9A-1283C5E6B50A}" type="presParOf" srcId="{C4A1CEF2-5239-4747-9A48-C3D8BEDA3932}" destId="{C455CCA4-A96E-427B-86B4-F6F14E98C6AC}" srcOrd="1" destOrd="0" presId="urn:microsoft.com/office/officeart/2016/7/layout/BasicLinearProcessNumbered"/>
    <dgm:cxn modelId="{356FC2BA-E839-42CD-942D-4178F56445F9}" type="presParOf" srcId="{C4A1CEF2-5239-4747-9A48-C3D8BEDA3932}" destId="{5332327F-ADB6-482D-94A2-D58CB8551718}" srcOrd="2" destOrd="0" presId="urn:microsoft.com/office/officeart/2016/7/layout/BasicLinearProcessNumbered"/>
    <dgm:cxn modelId="{A3EBF639-6448-4504-86C8-66B567F23A15}" type="presParOf" srcId="{5332327F-ADB6-482D-94A2-D58CB8551718}" destId="{017036BA-E48B-46FB-8C0E-4D21EB2A2F37}" srcOrd="0" destOrd="0" presId="urn:microsoft.com/office/officeart/2016/7/layout/BasicLinearProcessNumbered"/>
    <dgm:cxn modelId="{68900F26-7F7C-4CE1-A85F-C14B8C7E7103}" type="presParOf" srcId="{5332327F-ADB6-482D-94A2-D58CB8551718}" destId="{C07E00F2-CBDD-4F8B-8E14-8A15355FC5BD}" srcOrd="1" destOrd="0" presId="urn:microsoft.com/office/officeart/2016/7/layout/BasicLinearProcessNumbered"/>
    <dgm:cxn modelId="{F01B43A5-CAD7-4B75-B5CF-FB52D7E7ABA1}" type="presParOf" srcId="{5332327F-ADB6-482D-94A2-D58CB8551718}" destId="{BB22E697-F9D0-4797-8BD8-0D1C390CC5EF}" srcOrd="2" destOrd="0" presId="urn:microsoft.com/office/officeart/2016/7/layout/BasicLinearProcessNumbered"/>
    <dgm:cxn modelId="{B7EAB419-C6C6-4E13-848F-81768B0510C8}" type="presParOf" srcId="{5332327F-ADB6-482D-94A2-D58CB8551718}" destId="{B53444FC-F5EB-4D57-B5E2-12D834E6F1C3}" srcOrd="3" destOrd="0" presId="urn:microsoft.com/office/officeart/2016/7/layout/BasicLinearProcessNumbered"/>
    <dgm:cxn modelId="{1AB67FD0-B786-4F9E-912D-46F6233ABA70}" type="presParOf" srcId="{C4A1CEF2-5239-4747-9A48-C3D8BEDA3932}" destId="{E0E16335-2652-45FF-9AE5-8DB1F8EF3A9D}" srcOrd="3" destOrd="0" presId="urn:microsoft.com/office/officeart/2016/7/layout/BasicLinearProcessNumbered"/>
    <dgm:cxn modelId="{27E9B0EC-F567-4F28-8059-715F4CEF2DC9}" type="presParOf" srcId="{C4A1CEF2-5239-4747-9A48-C3D8BEDA3932}" destId="{F5628AB7-50D1-4AF7-AEA2-EF3C5C49D29A}" srcOrd="4" destOrd="0" presId="urn:microsoft.com/office/officeart/2016/7/layout/BasicLinearProcessNumbered"/>
    <dgm:cxn modelId="{56ECD454-98B2-4548-BAB1-48DC39EE10A1}" type="presParOf" srcId="{F5628AB7-50D1-4AF7-AEA2-EF3C5C49D29A}" destId="{E96AD160-DDC3-4B38-B0D3-1191DCF83B35}" srcOrd="0" destOrd="0" presId="urn:microsoft.com/office/officeart/2016/7/layout/BasicLinearProcessNumbered"/>
    <dgm:cxn modelId="{3D3592A1-38A6-469A-ABCE-B3A1AF56C603}" type="presParOf" srcId="{F5628AB7-50D1-4AF7-AEA2-EF3C5C49D29A}" destId="{6DBB70DA-0796-4848-A6BF-711BDF062B43}" srcOrd="1" destOrd="0" presId="urn:microsoft.com/office/officeart/2016/7/layout/BasicLinearProcessNumbered"/>
    <dgm:cxn modelId="{C07FEFAC-2366-4911-A6FE-7D9FA98AA2BE}" type="presParOf" srcId="{F5628AB7-50D1-4AF7-AEA2-EF3C5C49D29A}" destId="{3857DE4D-5658-4D29-A82F-7BB374C9CA2B}" srcOrd="2" destOrd="0" presId="urn:microsoft.com/office/officeart/2016/7/layout/BasicLinearProcessNumbered"/>
    <dgm:cxn modelId="{324996D3-1741-40E9-8FCD-42CCA3ADADA2}" type="presParOf" srcId="{F5628AB7-50D1-4AF7-AEA2-EF3C5C49D29A}" destId="{4A1F6CAA-E75A-4F41-A15D-0E613E13F787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68DECF0-62D5-4E0A-AD99-54DEECD36EC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DF917F7-7BCD-438A-A0BA-4AF95B76793B}">
      <dgm:prSet/>
      <dgm:spPr/>
      <dgm:t>
        <a:bodyPr/>
        <a:lstStyle/>
        <a:p>
          <a:r>
            <a:rPr lang="en-GB"/>
            <a:t>Raw Input → Encoder → Spatial Pooler → SDR → Classifier → Reconstructed Input</a:t>
          </a:r>
          <a:endParaRPr lang="en-US"/>
        </a:p>
      </dgm:t>
    </dgm:pt>
    <dgm:pt modelId="{73CE4EF1-E4C0-4ECE-B517-3EF675ED9D5E}" type="parTrans" cxnId="{749746D1-FE54-4F31-96A8-D742BE191758}">
      <dgm:prSet/>
      <dgm:spPr/>
      <dgm:t>
        <a:bodyPr/>
        <a:lstStyle/>
        <a:p>
          <a:endParaRPr lang="en-US"/>
        </a:p>
      </dgm:t>
    </dgm:pt>
    <dgm:pt modelId="{8E358CBA-B7D6-4797-9560-6A7C1C15E005}" type="sibTrans" cxnId="{749746D1-FE54-4F31-96A8-D742BE191758}">
      <dgm:prSet/>
      <dgm:spPr/>
      <dgm:t>
        <a:bodyPr/>
        <a:lstStyle/>
        <a:p>
          <a:endParaRPr lang="en-US"/>
        </a:p>
      </dgm:t>
    </dgm:pt>
    <dgm:pt modelId="{394232FF-5A95-41C3-B878-96F43CD3A318}">
      <dgm:prSet/>
      <dgm:spPr/>
      <dgm:t>
        <a:bodyPr/>
        <a:lstStyle/>
        <a:p>
          <a:r>
            <a:rPr lang="en-GB"/>
            <a:t>KNN vs. HTM flow comparison.</a:t>
          </a:r>
          <a:endParaRPr lang="en-US"/>
        </a:p>
      </dgm:t>
    </dgm:pt>
    <dgm:pt modelId="{CB151E8D-7302-4ED8-9CD7-766EAE6BDC47}" type="parTrans" cxnId="{320770C9-E590-4F00-A348-A9E9A19FD5DD}">
      <dgm:prSet/>
      <dgm:spPr/>
      <dgm:t>
        <a:bodyPr/>
        <a:lstStyle/>
        <a:p>
          <a:endParaRPr lang="en-US"/>
        </a:p>
      </dgm:t>
    </dgm:pt>
    <dgm:pt modelId="{27B4F3F5-28C6-4D8B-84A1-4B40C602C4A9}" type="sibTrans" cxnId="{320770C9-E590-4F00-A348-A9E9A19FD5DD}">
      <dgm:prSet/>
      <dgm:spPr/>
      <dgm:t>
        <a:bodyPr/>
        <a:lstStyle/>
        <a:p>
          <a:endParaRPr lang="en-US"/>
        </a:p>
      </dgm:t>
    </dgm:pt>
    <dgm:pt modelId="{8154E069-FBBD-4F28-89E3-F0F95B3CFF8D}" type="pres">
      <dgm:prSet presAssocID="{E68DECF0-62D5-4E0A-AD99-54DEECD36EC9}" presName="linear" presStyleCnt="0">
        <dgm:presLayoutVars>
          <dgm:animLvl val="lvl"/>
          <dgm:resizeHandles val="exact"/>
        </dgm:presLayoutVars>
      </dgm:prSet>
      <dgm:spPr/>
    </dgm:pt>
    <dgm:pt modelId="{2CB87077-6E1C-4705-9104-DF961E1F2B03}" type="pres">
      <dgm:prSet presAssocID="{4DF917F7-7BCD-438A-A0BA-4AF95B76793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4E75336-A0A8-4B68-BAD9-EA61CD68ACCD}" type="pres">
      <dgm:prSet presAssocID="{8E358CBA-B7D6-4797-9560-6A7C1C15E005}" presName="spacer" presStyleCnt="0"/>
      <dgm:spPr/>
    </dgm:pt>
    <dgm:pt modelId="{8832E024-6E89-4587-9822-6C2375ADE0B3}" type="pres">
      <dgm:prSet presAssocID="{394232FF-5A95-41C3-B878-96F43CD3A318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0503F94D-9395-4B98-A996-24AEC23FDF3F}" type="presOf" srcId="{4DF917F7-7BCD-438A-A0BA-4AF95B76793B}" destId="{2CB87077-6E1C-4705-9104-DF961E1F2B03}" srcOrd="0" destOrd="0" presId="urn:microsoft.com/office/officeart/2005/8/layout/vList2"/>
    <dgm:cxn modelId="{4FC590A6-121E-4639-9085-DC02E776263A}" type="presOf" srcId="{E68DECF0-62D5-4E0A-AD99-54DEECD36EC9}" destId="{8154E069-FBBD-4F28-89E3-F0F95B3CFF8D}" srcOrd="0" destOrd="0" presId="urn:microsoft.com/office/officeart/2005/8/layout/vList2"/>
    <dgm:cxn modelId="{1E3821C6-D744-47AC-87CC-50136B380879}" type="presOf" srcId="{394232FF-5A95-41C3-B878-96F43CD3A318}" destId="{8832E024-6E89-4587-9822-6C2375ADE0B3}" srcOrd="0" destOrd="0" presId="urn:microsoft.com/office/officeart/2005/8/layout/vList2"/>
    <dgm:cxn modelId="{320770C9-E590-4F00-A348-A9E9A19FD5DD}" srcId="{E68DECF0-62D5-4E0A-AD99-54DEECD36EC9}" destId="{394232FF-5A95-41C3-B878-96F43CD3A318}" srcOrd="1" destOrd="0" parTransId="{CB151E8D-7302-4ED8-9CD7-766EAE6BDC47}" sibTransId="{27B4F3F5-28C6-4D8B-84A1-4B40C602C4A9}"/>
    <dgm:cxn modelId="{749746D1-FE54-4F31-96A8-D742BE191758}" srcId="{E68DECF0-62D5-4E0A-AD99-54DEECD36EC9}" destId="{4DF917F7-7BCD-438A-A0BA-4AF95B76793B}" srcOrd="0" destOrd="0" parTransId="{73CE4EF1-E4C0-4ECE-B517-3EF675ED9D5E}" sibTransId="{8E358CBA-B7D6-4797-9560-6A7C1C15E005}"/>
    <dgm:cxn modelId="{15310D40-FD83-4A74-92A6-0092673BA7E4}" type="presParOf" srcId="{8154E069-FBBD-4F28-89E3-F0F95B3CFF8D}" destId="{2CB87077-6E1C-4705-9104-DF961E1F2B03}" srcOrd="0" destOrd="0" presId="urn:microsoft.com/office/officeart/2005/8/layout/vList2"/>
    <dgm:cxn modelId="{CAE9A5E9-7233-414F-8872-AF4F5AD2665F}" type="presParOf" srcId="{8154E069-FBBD-4F28-89E3-F0F95B3CFF8D}" destId="{E4E75336-A0A8-4B68-BAD9-EA61CD68ACCD}" srcOrd="1" destOrd="0" presId="urn:microsoft.com/office/officeart/2005/8/layout/vList2"/>
    <dgm:cxn modelId="{8530E5ED-16B3-4CC2-9388-CB2B71813A9E}" type="presParOf" srcId="{8154E069-FBBD-4F28-89E3-F0F95B3CFF8D}" destId="{8832E024-6E89-4587-9822-6C2375ADE0B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0F932E2-E28D-4031-9FA4-A496170AAE77}" type="doc">
      <dgm:prSet loTypeId="urn:microsoft.com/office/officeart/2016/7/layout/LinearArrow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E8ED85AC-7DB2-4B69-90F2-87C9D720C9CA}">
      <dgm:prSet/>
      <dgm:spPr/>
      <dgm:t>
        <a:bodyPr/>
        <a:lstStyle/>
        <a:p>
          <a:r>
            <a:rPr lang="en-GB"/>
            <a:t>Encode scalar values into SDRs.</a:t>
          </a:r>
          <a:endParaRPr lang="en-US"/>
        </a:p>
      </dgm:t>
    </dgm:pt>
    <dgm:pt modelId="{E51386DC-3A45-4ACB-A5FC-E3E6B48BF9FE}" type="parTrans" cxnId="{50BD10AF-71AD-4E72-A4A6-66EC58F5B6C5}">
      <dgm:prSet/>
      <dgm:spPr/>
      <dgm:t>
        <a:bodyPr/>
        <a:lstStyle/>
        <a:p>
          <a:endParaRPr lang="en-US"/>
        </a:p>
      </dgm:t>
    </dgm:pt>
    <dgm:pt modelId="{B38F1954-6407-43CC-B857-8A17B284585D}" type="sibTrans" cxnId="{50BD10AF-71AD-4E72-A4A6-66EC58F5B6C5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0CD18E12-D74A-45A6-9F1E-A1926C10C9C8}">
      <dgm:prSet/>
      <dgm:spPr/>
      <dgm:t>
        <a:bodyPr/>
        <a:lstStyle/>
        <a:p>
          <a:r>
            <a:rPr lang="en-GB"/>
            <a:t>Train the Spatial Pooler for stable SDR representations.</a:t>
          </a:r>
          <a:endParaRPr lang="en-US"/>
        </a:p>
      </dgm:t>
    </dgm:pt>
    <dgm:pt modelId="{9CC5F8A6-24F9-4CA9-A9D9-CA14A37F979C}" type="parTrans" cxnId="{760663A5-0B5B-4603-8A86-16AF891D6271}">
      <dgm:prSet/>
      <dgm:spPr/>
      <dgm:t>
        <a:bodyPr/>
        <a:lstStyle/>
        <a:p>
          <a:endParaRPr lang="en-US"/>
        </a:p>
      </dgm:t>
    </dgm:pt>
    <dgm:pt modelId="{B0DCCFCB-7BD3-4C01-BCA0-6EC45C3507E0}" type="sibTrans" cxnId="{760663A5-0B5B-4603-8A86-16AF891D6271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7418FFAA-5F4C-46C8-96BC-32BDD31AF5CE}">
      <dgm:prSet/>
      <dgm:spPr/>
      <dgm:t>
        <a:bodyPr/>
        <a:lstStyle/>
        <a:p>
          <a:r>
            <a:rPr lang="en-GB"/>
            <a:t>Train HTM and KNN classifiers with SDRs.</a:t>
          </a:r>
          <a:endParaRPr lang="en-US"/>
        </a:p>
      </dgm:t>
    </dgm:pt>
    <dgm:pt modelId="{D620564D-03F4-497F-9AA3-BE74FBC70DFD}" type="parTrans" cxnId="{E71AF4B5-4293-4BB0-854C-92E377F39D75}">
      <dgm:prSet/>
      <dgm:spPr/>
      <dgm:t>
        <a:bodyPr/>
        <a:lstStyle/>
        <a:p>
          <a:endParaRPr lang="en-US"/>
        </a:p>
      </dgm:t>
    </dgm:pt>
    <dgm:pt modelId="{194DDB6C-7046-47CC-B03A-33668EA3542B}" type="sibTrans" cxnId="{E71AF4B5-4293-4BB0-854C-92E377F39D75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A7C20BAE-4B4E-4FCC-900E-77B66B72D22A}">
      <dgm:prSet/>
      <dgm:spPr/>
      <dgm:t>
        <a:bodyPr/>
        <a:lstStyle/>
        <a:p>
          <a:r>
            <a:rPr lang="en-GB"/>
            <a:t>Predict input using both classifiers.</a:t>
          </a:r>
          <a:endParaRPr lang="en-US"/>
        </a:p>
      </dgm:t>
    </dgm:pt>
    <dgm:pt modelId="{E39E1281-0279-4224-8993-74612DD0B17D}" type="parTrans" cxnId="{DDEC3D4A-5C0E-4427-AD47-4B3519D778CF}">
      <dgm:prSet/>
      <dgm:spPr/>
      <dgm:t>
        <a:bodyPr/>
        <a:lstStyle/>
        <a:p>
          <a:endParaRPr lang="en-US"/>
        </a:p>
      </dgm:t>
    </dgm:pt>
    <dgm:pt modelId="{8CEAB6E2-DF4F-4FD0-B10A-CFC02ABA6FC4}" type="sibTrans" cxnId="{DDEC3D4A-5C0E-4427-AD47-4B3519D778CF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EE9798A7-52B0-4F2A-A5D8-DA8C81704DC5}">
      <dgm:prSet/>
      <dgm:spPr/>
      <dgm:t>
        <a:bodyPr/>
        <a:lstStyle/>
        <a:p>
          <a:r>
            <a:rPr lang="en-GB"/>
            <a:t>Validate results using similarity metrics.</a:t>
          </a:r>
          <a:endParaRPr lang="en-US"/>
        </a:p>
      </dgm:t>
    </dgm:pt>
    <dgm:pt modelId="{D7614161-168A-4E0E-A3A2-964638A79950}" type="parTrans" cxnId="{74D03897-B0A2-4A86-A087-C0ACBA12E469}">
      <dgm:prSet/>
      <dgm:spPr/>
      <dgm:t>
        <a:bodyPr/>
        <a:lstStyle/>
        <a:p>
          <a:endParaRPr lang="en-US"/>
        </a:p>
      </dgm:t>
    </dgm:pt>
    <dgm:pt modelId="{192A7C4E-C348-4BCF-9F35-E54A10471412}" type="sibTrans" cxnId="{74D03897-B0A2-4A86-A087-C0ACBA12E469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A4E611DF-189E-456C-A583-EE23F39339B9}" type="pres">
      <dgm:prSet presAssocID="{B0F932E2-E28D-4031-9FA4-A496170AAE77}" presName="linearFlow" presStyleCnt="0">
        <dgm:presLayoutVars>
          <dgm:dir/>
          <dgm:animLvl val="lvl"/>
          <dgm:resizeHandles val="exact"/>
        </dgm:presLayoutVars>
      </dgm:prSet>
      <dgm:spPr/>
    </dgm:pt>
    <dgm:pt modelId="{E367952A-0E87-4C45-BB83-5D73B19EB329}" type="pres">
      <dgm:prSet presAssocID="{E8ED85AC-7DB2-4B69-90F2-87C9D720C9CA}" presName="compositeNode" presStyleCnt="0"/>
      <dgm:spPr/>
    </dgm:pt>
    <dgm:pt modelId="{3E046D04-A6FF-4DEF-9F84-0F280EDAA6A8}" type="pres">
      <dgm:prSet presAssocID="{E8ED85AC-7DB2-4B69-90F2-87C9D720C9C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EC79BE91-0803-4E7A-A21A-8DEAE6A424F0}" type="pres">
      <dgm:prSet presAssocID="{E8ED85AC-7DB2-4B69-90F2-87C9D720C9CA}" presName="parSh" presStyleCnt="0"/>
      <dgm:spPr/>
    </dgm:pt>
    <dgm:pt modelId="{E8FDB20C-354B-4B70-A9D1-C1F2FC447D73}" type="pres">
      <dgm:prSet presAssocID="{E8ED85AC-7DB2-4B69-90F2-87C9D720C9CA}" presName="lineNode" presStyleLbl="alignAccFollowNode1" presStyleIdx="0" presStyleCnt="15"/>
      <dgm:spPr/>
    </dgm:pt>
    <dgm:pt modelId="{B0C3000B-471E-4C10-BB83-E0C1E0CAEAC1}" type="pres">
      <dgm:prSet presAssocID="{E8ED85AC-7DB2-4B69-90F2-87C9D720C9CA}" presName="lineArrowNode" presStyleLbl="alignAccFollowNode1" presStyleIdx="1" presStyleCnt="15"/>
      <dgm:spPr/>
    </dgm:pt>
    <dgm:pt modelId="{EE55C1F4-CCE0-4340-902A-AC9A787C6914}" type="pres">
      <dgm:prSet presAssocID="{B38F1954-6407-43CC-B857-8A17B284585D}" presName="sibTransNodeCircle" presStyleLbl="alignNode1" presStyleIdx="0" presStyleCnt="5">
        <dgm:presLayoutVars>
          <dgm:chMax val="0"/>
          <dgm:bulletEnabled/>
        </dgm:presLayoutVars>
      </dgm:prSet>
      <dgm:spPr/>
    </dgm:pt>
    <dgm:pt modelId="{BA047E3F-F113-4B60-B043-FFBCB83F598B}" type="pres">
      <dgm:prSet presAssocID="{B38F1954-6407-43CC-B857-8A17B284585D}" presName="spacerBetweenCircleAndCallout" presStyleCnt="0">
        <dgm:presLayoutVars/>
      </dgm:prSet>
      <dgm:spPr/>
    </dgm:pt>
    <dgm:pt modelId="{E3BD4CCB-64BC-4A72-80C0-FEF56C4C2131}" type="pres">
      <dgm:prSet presAssocID="{E8ED85AC-7DB2-4B69-90F2-87C9D720C9CA}" presName="nodeText" presStyleLbl="alignAccFollowNode1" presStyleIdx="2" presStyleCnt="15">
        <dgm:presLayoutVars>
          <dgm:bulletEnabled val="1"/>
        </dgm:presLayoutVars>
      </dgm:prSet>
      <dgm:spPr/>
    </dgm:pt>
    <dgm:pt modelId="{E14CDAEC-267F-414E-A0DF-46081E25E3E8}" type="pres">
      <dgm:prSet presAssocID="{B38F1954-6407-43CC-B857-8A17B284585D}" presName="sibTransComposite" presStyleCnt="0"/>
      <dgm:spPr/>
    </dgm:pt>
    <dgm:pt modelId="{FBB0035F-C597-4C47-A880-06F7DF1E011A}" type="pres">
      <dgm:prSet presAssocID="{0CD18E12-D74A-45A6-9F1E-A1926C10C9C8}" presName="compositeNode" presStyleCnt="0"/>
      <dgm:spPr/>
    </dgm:pt>
    <dgm:pt modelId="{025BA120-0990-4FA9-A36A-82E60A01BDD8}" type="pres">
      <dgm:prSet presAssocID="{0CD18E12-D74A-45A6-9F1E-A1926C10C9C8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421CA3D6-5006-4767-9CF6-F147D7866862}" type="pres">
      <dgm:prSet presAssocID="{0CD18E12-D74A-45A6-9F1E-A1926C10C9C8}" presName="parSh" presStyleCnt="0"/>
      <dgm:spPr/>
    </dgm:pt>
    <dgm:pt modelId="{904AC894-76B6-4205-9BBE-6F7165E677D9}" type="pres">
      <dgm:prSet presAssocID="{0CD18E12-D74A-45A6-9F1E-A1926C10C9C8}" presName="lineNode" presStyleLbl="alignAccFollowNode1" presStyleIdx="3" presStyleCnt="15"/>
      <dgm:spPr/>
    </dgm:pt>
    <dgm:pt modelId="{2424B8CB-59E0-4BDB-B544-202BB3CC7324}" type="pres">
      <dgm:prSet presAssocID="{0CD18E12-D74A-45A6-9F1E-A1926C10C9C8}" presName="lineArrowNode" presStyleLbl="alignAccFollowNode1" presStyleIdx="4" presStyleCnt="15"/>
      <dgm:spPr/>
    </dgm:pt>
    <dgm:pt modelId="{E960212F-1F10-4FB6-8412-32AE547FD50A}" type="pres">
      <dgm:prSet presAssocID="{B0DCCFCB-7BD3-4C01-BCA0-6EC45C3507E0}" presName="sibTransNodeCircle" presStyleLbl="alignNode1" presStyleIdx="1" presStyleCnt="5">
        <dgm:presLayoutVars>
          <dgm:chMax val="0"/>
          <dgm:bulletEnabled/>
        </dgm:presLayoutVars>
      </dgm:prSet>
      <dgm:spPr/>
    </dgm:pt>
    <dgm:pt modelId="{B1564496-A775-480A-A65F-6CD654531878}" type="pres">
      <dgm:prSet presAssocID="{B0DCCFCB-7BD3-4C01-BCA0-6EC45C3507E0}" presName="spacerBetweenCircleAndCallout" presStyleCnt="0">
        <dgm:presLayoutVars/>
      </dgm:prSet>
      <dgm:spPr/>
    </dgm:pt>
    <dgm:pt modelId="{1135B0F0-F741-4A4A-A77A-F4E9CFC42813}" type="pres">
      <dgm:prSet presAssocID="{0CD18E12-D74A-45A6-9F1E-A1926C10C9C8}" presName="nodeText" presStyleLbl="alignAccFollowNode1" presStyleIdx="5" presStyleCnt="15">
        <dgm:presLayoutVars>
          <dgm:bulletEnabled val="1"/>
        </dgm:presLayoutVars>
      </dgm:prSet>
      <dgm:spPr/>
    </dgm:pt>
    <dgm:pt modelId="{31B3FD6B-5D89-4129-8B66-6A514E19E884}" type="pres">
      <dgm:prSet presAssocID="{B0DCCFCB-7BD3-4C01-BCA0-6EC45C3507E0}" presName="sibTransComposite" presStyleCnt="0"/>
      <dgm:spPr/>
    </dgm:pt>
    <dgm:pt modelId="{A7CB63D5-B6AB-4036-9F90-C94AE6A46485}" type="pres">
      <dgm:prSet presAssocID="{7418FFAA-5F4C-46C8-96BC-32BDD31AF5CE}" presName="compositeNode" presStyleCnt="0"/>
      <dgm:spPr/>
    </dgm:pt>
    <dgm:pt modelId="{29592BED-CC07-42FB-AC00-E61E193919F5}" type="pres">
      <dgm:prSet presAssocID="{7418FFAA-5F4C-46C8-96BC-32BDD31AF5CE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190059DF-E062-47B2-8DE7-29F7658F96A6}" type="pres">
      <dgm:prSet presAssocID="{7418FFAA-5F4C-46C8-96BC-32BDD31AF5CE}" presName="parSh" presStyleCnt="0"/>
      <dgm:spPr/>
    </dgm:pt>
    <dgm:pt modelId="{BC17E2D7-A8E0-44A5-87DD-F0F133CB5B1A}" type="pres">
      <dgm:prSet presAssocID="{7418FFAA-5F4C-46C8-96BC-32BDD31AF5CE}" presName="lineNode" presStyleLbl="alignAccFollowNode1" presStyleIdx="6" presStyleCnt="15"/>
      <dgm:spPr/>
    </dgm:pt>
    <dgm:pt modelId="{F3C005DF-4B36-4815-8711-677D645B9D6E}" type="pres">
      <dgm:prSet presAssocID="{7418FFAA-5F4C-46C8-96BC-32BDD31AF5CE}" presName="lineArrowNode" presStyleLbl="alignAccFollowNode1" presStyleIdx="7" presStyleCnt="15"/>
      <dgm:spPr/>
    </dgm:pt>
    <dgm:pt modelId="{D4D71122-FF14-40C5-B557-D05111E9475E}" type="pres">
      <dgm:prSet presAssocID="{194DDB6C-7046-47CC-B03A-33668EA3542B}" presName="sibTransNodeCircle" presStyleLbl="alignNode1" presStyleIdx="2" presStyleCnt="5">
        <dgm:presLayoutVars>
          <dgm:chMax val="0"/>
          <dgm:bulletEnabled/>
        </dgm:presLayoutVars>
      </dgm:prSet>
      <dgm:spPr/>
    </dgm:pt>
    <dgm:pt modelId="{16CF5428-F60F-4020-A796-40022EE3D9B9}" type="pres">
      <dgm:prSet presAssocID="{194DDB6C-7046-47CC-B03A-33668EA3542B}" presName="spacerBetweenCircleAndCallout" presStyleCnt="0">
        <dgm:presLayoutVars/>
      </dgm:prSet>
      <dgm:spPr/>
    </dgm:pt>
    <dgm:pt modelId="{CD4EFCD1-DE20-4DBF-9095-9B4B58D0DFD3}" type="pres">
      <dgm:prSet presAssocID="{7418FFAA-5F4C-46C8-96BC-32BDD31AF5CE}" presName="nodeText" presStyleLbl="alignAccFollowNode1" presStyleIdx="8" presStyleCnt="15">
        <dgm:presLayoutVars>
          <dgm:bulletEnabled val="1"/>
        </dgm:presLayoutVars>
      </dgm:prSet>
      <dgm:spPr/>
    </dgm:pt>
    <dgm:pt modelId="{9F526DFF-3306-4A51-8373-0E616DA0FA9E}" type="pres">
      <dgm:prSet presAssocID="{194DDB6C-7046-47CC-B03A-33668EA3542B}" presName="sibTransComposite" presStyleCnt="0"/>
      <dgm:spPr/>
    </dgm:pt>
    <dgm:pt modelId="{4B522542-BD3B-43DB-88F4-493F05B1722D}" type="pres">
      <dgm:prSet presAssocID="{A7C20BAE-4B4E-4FCC-900E-77B66B72D22A}" presName="compositeNode" presStyleCnt="0"/>
      <dgm:spPr/>
    </dgm:pt>
    <dgm:pt modelId="{56C668E1-FB53-4DDE-8070-73288AECF409}" type="pres">
      <dgm:prSet presAssocID="{A7C20BAE-4B4E-4FCC-900E-77B66B72D22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08699774-70B5-4609-B652-E62AF3DDFBAB}" type="pres">
      <dgm:prSet presAssocID="{A7C20BAE-4B4E-4FCC-900E-77B66B72D22A}" presName="parSh" presStyleCnt="0"/>
      <dgm:spPr/>
    </dgm:pt>
    <dgm:pt modelId="{B566685F-FE48-4A75-AA27-E41964F6B6A3}" type="pres">
      <dgm:prSet presAssocID="{A7C20BAE-4B4E-4FCC-900E-77B66B72D22A}" presName="lineNode" presStyleLbl="alignAccFollowNode1" presStyleIdx="9" presStyleCnt="15"/>
      <dgm:spPr/>
    </dgm:pt>
    <dgm:pt modelId="{D6DEE715-CBB5-4EE1-8B37-1CE4741D4B25}" type="pres">
      <dgm:prSet presAssocID="{A7C20BAE-4B4E-4FCC-900E-77B66B72D22A}" presName="lineArrowNode" presStyleLbl="alignAccFollowNode1" presStyleIdx="10" presStyleCnt="15"/>
      <dgm:spPr/>
    </dgm:pt>
    <dgm:pt modelId="{7003C572-58A1-42F5-A0CF-0B31894A4064}" type="pres">
      <dgm:prSet presAssocID="{8CEAB6E2-DF4F-4FD0-B10A-CFC02ABA6FC4}" presName="sibTransNodeCircle" presStyleLbl="alignNode1" presStyleIdx="3" presStyleCnt="5">
        <dgm:presLayoutVars>
          <dgm:chMax val="0"/>
          <dgm:bulletEnabled/>
        </dgm:presLayoutVars>
      </dgm:prSet>
      <dgm:spPr/>
    </dgm:pt>
    <dgm:pt modelId="{1C50F915-724A-4C26-BB68-7250BC1B5B8D}" type="pres">
      <dgm:prSet presAssocID="{8CEAB6E2-DF4F-4FD0-B10A-CFC02ABA6FC4}" presName="spacerBetweenCircleAndCallout" presStyleCnt="0">
        <dgm:presLayoutVars/>
      </dgm:prSet>
      <dgm:spPr/>
    </dgm:pt>
    <dgm:pt modelId="{D605F362-B450-4357-9D12-20856ADF59AE}" type="pres">
      <dgm:prSet presAssocID="{A7C20BAE-4B4E-4FCC-900E-77B66B72D22A}" presName="nodeText" presStyleLbl="alignAccFollowNode1" presStyleIdx="11" presStyleCnt="15">
        <dgm:presLayoutVars>
          <dgm:bulletEnabled val="1"/>
        </dgm:presLayoutVars>
      </dgm:prSet>
      <dgm:spPr/>
    </dgm:pt>
    <dgm:pt modelId="{673C123A-38CD-41E6-B0F4-86292E7DE2C0}" type="pres">
      <dgm:prSet presAssocID="{8CEAB6E2-DF4F-4FD0-B10A-CFC02ABA6FC4}" presName="sibTransComposite" presStyleCnt="0"/>
      <dgm:spPr/>
    </dgm:pt>
    <dgm:pt modelId="{E44091FF-F1B0-4BB0-BD9E-FE5EC00DB6CD}" type="pres">
      <dgm:prSet presAssocID="{EE9798A7-52B0-4F2A-A5D8-DA8C81704DC5}" presName="compositeNode" presStyleCnt="0"/>
      <dgm:spPr/>
    </dgm:pt>
    <dgm:pt modelId="{71EF7F86-DE6F-47AC-AFE1-C1A7384F3249}" type="pres">
      <dgm:prSet presAssocID="{EE9798A7-52B0-4F2A-A5D8-DA8C81704DC5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C5CF1E7E-E994-44C0-810C-39AF0131BEAE}" type="pres">
      <dgm:prSet presAssocID="{EE9798A7-52B0-4F2A-A5D8-DA8C81704DC5}" presName="parSh" presStyleCnt="0"/>
      <dgm:spPr/>
    </dgm:pt>
    <dgm:pt modelId="{2448E6B3-68C1-4E43-B60B-421D45CE94E3}" type="pres">
      <dgm:prSet presAssocID="{EE9798A7-52B0-4F2A-A5D8-DA8C81704DC5}" presName="lineNode" presStyleLbl="alignAccFollowNode1" presStyleIdx="12" presStyleCnt="15"/>
      <dgm:spPr/>
    </dgm:pt>
    <dgm:pt modelId="{32F4B5F9-E398-4EFF-A610-49452C0BF830}" type="pres">
      <dgm:prSet presAssocID="{EE9798A7-52B0-4F2A-A5D8-DA8C81704DC5}" presName="lineArrowNode" presStyleLbl="alignAccFollowNode1" presStyleIdx="13" presStyleCnt="15"/>
      <dgm:spPr/>
    </dgm:pt>
    <dgm:pt modelId="{BF5852AB-5158-4974-B7A8-D4372655D5EF}" type="pres">
      <dgm:prSet presAssocID="{192A7C4E-C348-4BCF-9F35-E54A10471412}" presName="sibTransNodeCircle" presStyleLbl="alignNode1" presStyleIdx="4" presStyleCnt="5">
        <dgm:presLayoutVars>
          <dgm:chMax val="0"/>
          <dgm:bulletEnabled/>
        </dgm:presLayoutVars>
      </dgm:prSet>
      <dgm:spPr/>
    </dgm:pt>
    <dgm:pt modelId="{5917C830-945C-4F2B-BBF4-A5E9DB4BBCB3}" type="pres">
      <dgm:prSet presAssocID="{192A7C4E-C348-4BCF-9F35-E54A10471412}" presName="spacerBetweenCircleAndCallout" presStyleCnt="0">
        <dgm:presLayoutVars/>
      </dgm:prSet>
      <dgm:spPr/>
    </dgm:pt>
    <dgm:pt modelId="{86696240-7603-4C3C-83A9-B548F4B63D56}" type="pres">
      <dgm:prSet presAssocID="{EE9798A7-52B0-4F2A-A5D8-DA8C81704DC5}" presName="nodeText" presStyleLbl="alignAccFollowNode1" presStyleIdx="14" presStyleCnt="15">
        <dgm:presLayoutVars>
          <dgm:bulletEnabled val="1"/>
        </dgm:presLayoutVars>
      </dgm:prSet>
      <dgm:spPr/>
    </dgm:pt>
  </dgm:ptLst>
  <dgm:cxnLst>
    <dgm:cxn modelId="{C8A4440A-4DA9-4C24-8312-72B59F66DA79}" type="presOf" srcId="{A7C20BAE-4B4E-4FCC-900E-77B66B72D22A}" destId="{D605F362-B450-4357-9D12-20856ADF59AE}" srcOrd="0" destOrd="0" presId="urn:microsoft.com/office/officeart/2016/7/layout/LinearArrowProcessNumbered"/>
    <dgm:cxn modelId="{EC40760E-AF39-412D-9AA1-407ADD020250}" type="presOf" srcId="{0CD18E12-D74A-45A6-9F1E-A1926C10C9C8}" destId="{1135B0F0-F741-4A4A-A77A-F4E9CFC42813}" srcOrd="0" destOrd="0" presId="urn:microsoft.com/office/officeart/2016/7/layout/LinearArrowProcessNumbered"/>
    <dgm:cxn modelId="{BEBA3523-8E29-4930-B225-1AD9E7F255FC}" type="presOf" srcId="{B38F1954-6407-43CC-B857-8A17B284585D}" destId="{EE55C1F4-CCE0-4340-902A-AC9A787C6914}" srcOrd="0" destOrd="0" presId="urn:microsoft.com/office/officeart/2016/7/layout/LinearArrowProcessNumbered"/>
    <dgm:cxn modelId="{6BE53337-E9DC-4D6A-A941-C6576E7D8646}" type="presOf" srcId="{B0DCCFCB-7BD3-4C01-BCA0-6EC45C3507E0}" destId="{E960212F-1F10-4FB6-8412-32AE547FD50A}" srcOrd="0" destOrd="0" presId="urn:microsoft.com/office/officeart/2016/7/layout/LinearArrowProcessNumbered"/>
    <dgm:cxn modelId="{582BD53D-B8FF-4083-AF2A-C304E8FFC33A}" type="presOf" srcId="{E8ED85AC-7DB2-4B69-90F2-87C9D720C9CA}" destId="{E3BD4CCB-64BC-4A72-80C0-FEF56C4C2131}" srcOrd="0" destOrd="0" presId="urn:microsoft.com/office/officeart/2016/7/layout/LinearArrowProcessNumbered"/>
    <dgm:cxn modelId="{DDEC3D4A-5C0E-4427-AD47-4B3519D778CF}" srcId="{B0F932E2-E28D-4031-9FA4-A496170AAE77}" destId="{A7C20BAE-4B4E-4FCC-900E-77B66B72D22A}" srcOrd="3" destOrd="0" parTransId="{E39E1281-0279-4224-8993-74612DD0B17D}" sibTransId="{8CEAB6E2-DF4F-4FD0-B10A-CFC02ABA6FC4}"/>
    <dgm:cxn modelId="{087B7863-3D9D-4B7F-89D5-5CEB1D4F215F}" type="presOf" srcId="{8CEAB6E2-DF4F-4FD0-B10A-CFC02ABA6FC4}" destId="{7003C572-58A1-42F5-A0CF-0B31894A4064}" srcOrd="0" destOrd="0" presId="urn:microsoft.com/office/officeart/2016/7/layout/LinearArrowProcessNumbered"/>
    <dgm:cxn modelId="{5B39347E-7D7D-4AFF-B204-A91E3407EF27}" type="presOf" srcId="{194DDB6C-7046-47CC-B03A-33668EA3542B}" destId="{D4D71122-FF14-40C5-B557-D05111E9475E}" srcOrd="0" destOrd="0" presId="urn:microsoft.com/office/officeart/2016/7/layout/LinearArrowProcessNumbered"/>
    <dgm:cxn modelId="{74D03897-B0A2-4A86-A087-C0ACBA12E469}" srcId="{B0F932E2-E28D-4031-9FA4-A496170AAE77}" destId="{EE9798A7-52B0-4F2A-A5D8-DA8C81704DC5}" srcOrd="4" destOrd="0" parTransId="{D7614161-168A-4E0E-A3A2-964638A79950}" sibTransId="{192A7C4E-C348-4BCF-9F35-E54A10471412}"/>
    <dgm:cxn modelId="{760663A5-0B5B-4603-8A86-16AF891D6271}" srcId="{B0F932E2-E28D-4031-9FA4-A496170AAE77}" destId="{0CD18E12-D74A-45A6-9F1E-A1926C10C9C8}" srcOrd="1" destOrd="0" parTransId="{9CC5F8A6-24F9-4CA9-A9D9-CA14A37F979C}" sibTransId="{B0DCCFCB-7BD3-4C01-BCA0-6EC45C3507E0}"/>
    <dgm:cxn modelId="{50BD10AF-71AD-4E72-A4A6-66EC58F5B6C5}" srcId="{B0F932E2-E28D-4031-9FA4-A496170AAE77}" destId="{E8ED85AC-7DB2-4B69-90F2-87C9D720C9CA}" srcOrd="0" destOrd="0" parTransId="{E51386DC-3A45-4ACB-A5FC-E3E6B48BF9FE}" sibTransId="{B38F1954-6407-43CC-B857-8A17B284585D}"/>
    <dgm:cxn modelId="{E71AF4B5-4293-4BB0-854C-92E377F39D75}" srcId="{B0F932E2-E28D-4031-9FA4-A496170AAE77}" destId="{7418FFAA-5F4C-46C8-96BC-32BDD31AF5CE}" srcOrd="2" destOrd="0" parTransId="{D620564D-03F4-497F-9AA3-BE74FBC70DFD}" sibTransId="{194DDB6C-7046-47CC-B03A-33668EA3542B}"/>
    <dgm:cxn modelId="{E270C9CB-C5D0-4835-977B-EB2282DFEAF2}" type="presOf" srcId="{7418FFAA-5F4C-46C8-96BC-32BDD31AF5CE}" destId="{CD4EFCD1-DE20-4DBF-9095-9B4B58D0DFD3}" srcOrd="0" destOrd="0" presId="urn:microsoft.com/office/officeart/2016/7/layout/LinearArrowProcessNumbered"/>
    <dgm:cxn modelId="{8D8EAAE1-B7F4-40C8-AFDF-AFD3E3CA661A}" type="presOf" srcId="{EE9798A7-52B0-4F2A-A5D8-DA8C81704DC5}" destId="{86696240-7603-4C3C-83A9-B548F4B63D56}" srcOrd="0" destOrd="0" presId="urn:microsoft.com/office/officeart/2016/7/layout/LinearArrowProcessNumbered"/>
    <dgm:cxn modelId="{AB3B08E8-B5E6-4BD1-AE47-A1984EC19773}" type="presOf" srcId="{B0F932E2-E28D-4031-9FA4-A496170AAE77}" destId="{A4E611DF-189E-456C-A583-EE23F39339B9}" srcOrd="0" destOrd="0" presId="urn:microsoft.com/office/officeart/2016/7/layout/LinearArrowProcessNumbered"/>
    <dgm:cxn modelId="{A08225F3-1B0B-49EC-8DC9-87E41253B011}" type="presOf" srcId="{192A7C4E-C348-4BCF-9F35-E54A10471412}" destId="{BF5852AB-5158-4974-B7A8-D4372655D5EF}" srcOrd="0" destOrd="0" presId="urn:microsoft.com/office/officeart/2016/7/layout/LinearArrowProcessNumbered"/>
    <dgm:cxn modelId="{F04089F2-FCE3-4F77-99CA-2801BBBD4897}" type="presParOf" srcId="{A4E611DF-189E-456C-A583-EE23F39339B9}" destId="{E367952A-0E87-4C45-BB83-5D73B19EB329}" srcOrd="0" destOrd="0" presId="urn:microsoft.com/office/officeart/2016/7/layout/LinearArrowProcessNumbered"/>
    <dgm:cxn modelId="{DF5B3080-D1E9-4399-AD6E-2BA7C096271D}" type="presParOf" srcId="{E367952A-0E87-4C45-BB83-5D73B19EB329}" destId="{3E046D04-A6FF-4DEF-9F84-0F280EDAA6A8}" srcOrd="0" destOrd="0" presId="urn:microsoft.com/office/officeart/2016/7/layout/LinearArrowProcessNumbered"/>
    <dgm:cxn modelId="{59402466-F77D-4708-8B5D-80CE20A3506A}" type="presParOf" srcId="{E367952A-0E87-4C45-BB83-5D73B19EB329}" destId="{EC79BE91-0803-4E7A-A21A-8DEAE6A424F0}" srcOrd="1" destOrd="0" presId="urn:microsoft.com/office/officeart/2016/7/layout/LinearArrowProcessNumbered"/>
    <dgm:cxn modelId="{E3765C4D-B0B0-4CF4-BC6A-E2A6834FB61B}" type="presParOf" srcId="{EC79BE91-0803-4E7A-A21A-8DEAE6A424F0}" destId="{E8FDB20C-354B-4B70-A9D1-C1F2FC447D73}" srcOrd="0" destOrd="0" presId="urn:microsoft.com/office/officeart/2016/7/layout/LinearArrowProcessNumbered"/>
    <dgm:cxn modelId="{477FB0FF-C8C4-46B2-88B5-E6157DF15116}" type="presParOf" srcId="{EC79BE91-0803-4E7A-A21A-8DEAE6A424F0}" destId="{B0C3000B-471E-4C10-BB83-E0C1E0CAEAC1}" srcOrd="1" destOrd="0" presId="urn:microsoft.com/office/officeart/2016/7/layout/LinearArrowProcessNumbered"/>
    <dgm:cxn modelId="{98E5F6CC-3248-4AA4-BF1D-BF092714BD15}" type="presParOf" srcId="{EC79BE91-0803-4E7A-A21A-8DEAE6A424F0}" destId="{EE55C1F4-CCE0-4340-902A-AC9A787C6914}" srcOrd="2" destOrd="0" presId="urn:microsoft.com/office/officeart/2016/7/layout/LinearArrowProcessNumbered"/>
    <dgm:cxn modelId="{C312DECE-D0F6-4AB5-AD27-C36FB2FCA376}" type="presParOf" srcId="{EC79BE91-0803-4E7A-A21A-8DEAE6A424F0}" destId="{BA047E3F-F113-4B60-B043-FFBCB83F598B}" srcOrd="3" destOrd="0" presId="urn:microsoft.com/office/officeart/2016/7/layout/LinearArrowProcessNumbered"/>
    <dgm:cxn modelId="{680CE15C-FF73-40E4-925B-3D75AA316892}" type="presParOf" srcId="{E367952A-0E87-4C45-BB83-5D73B19EB329}" destId="{E3BD4CCB-64BC-4A72-80C0-FEF56C4C2131}" srcOrd="2" destOrd="0" presId="urn:microsoft.com/office/officeart/2016/7/layout/LinearArrowProcessNumbered"/>
    <dgm:cxn modelId="{EC78AD4C-9337-46CE-A4B2-1BEA87832E67}" type="presParOf" srcId="{A4E611DF-189E-456C-A583-EE23F39339B9}" destId="{E14CDAEC-267F-414E-A0DF-46081E25E3E8}" srcOrd="1" destOrd="0" presId="urn:microsoft.com/office/officeart/2016/7/layout/LinearArrowProcessNumbered"/>
    <dgm:cxn modelId="{DB62BB56-0DCB-450B-8CEB-4F8BDD4DDF29}" type="presParOf" srcId="{A4E611DF-189E-456C-A583-EE23F39339B9}" destId="{FBB0035F-C597-4C47-A880-06F7DF1E011A}" srcOrd="2" destOrd="0" presId="urn:microsoft.com/office/officeart/2016/7/layout/LinearArrowProcessNumbered"/>
    <dgm:cxn modelId="{E445D435-836E-48D6-8B5A-92C9F253FCBE}" type="presParOf" srcId="{FBB0035F-C597-4C47-A880-06F7DF1E011A}" destId="{025BA120-0990-4FA9-A36A-82E60A01BDD8}" srcOrd="0" destOrd="0" presId="urn:microsoft.com/office/officeart/2016/7/layout/LinearArrowProcessNumbered"/>
    <dgm:cxn modelId="{3935ADA6-80C7-4F97-AAA5-053414147E8A}" type="presParOf" srcId="{FBB0035F-C597-4C47-A880-06F7DF1E011A}" destId="{421CA3D6-5006-4767-9CF6-F147D7866862}" srcOrd="1" destOrd="0" presId="urn:microsoft.com/office/officeart/2016/7/layout/LinearArrowProcessNumbered"/>
    <dgm:cxn modelId="{6692AFB0-9F67-481A-9D68-697F0A215EC0}" type="presParOf" srcId="{421CA3D6-5006-4767-9CF6-F147D7866862}" destId="{904AC894-76B6-4205-9BBE-6F7165E677D9}" srcOrd="0" destOrd="0" presId="urn:microsoft.com/office/officeart/2016/7/layout/LinearArrowProcessNumbered"/>
    <dgm:cxn modelId="{9A0EBB18-DA2C-4F5C-891C-44B35251953A}" type="presParOf" srcId="{421CA3D6-5006-4767-9CF6-F147D7866862}" destId="{2424B8CB-59E0-4BDB-B544-202BB3CC7324}" srcOrd="1" destOrd="0" presId="urn:microsoft.com/office/officeart/2016/7/layout/LinearArrowProcessNumbered"/>
    <dgm:cxn modelId="{7703124F-183C-4B26-A873-5B25659A0F01}" type="presParOf" srcId="{421CA3D6-5006-4767-9CF6-F147D7866862}" destId="{E960212F-1F10-4FB6-8412-32AE547FD50A}" srcOrd="2" destOrd="0" presId="urn:microsoft.com/office/officeart/2016/7/layout/LinearArrowProcessNumbered"/>
    <dgm:cxn modelId="{AC1F5DE4-5662-4A8F-8276-E514EAFD2588}" type="presParOf" srcId="{421CA3D6-5006-4767-9CF6-F147D7866862}" destId="{B1564496-A775-480A-A65F-6CD654531878}" srcOrd="3" destOrd="0" presId="urn:microsoft.com/office/officeart/2016/7/layout/LinearArrowProcessNumbered"/>
    <dgm:cxn modelId="{C36714EB-844A-4205-BB57-F2DCF7104E7C}" type="presParOf" srcId="{FBB0035F-C597-4C47-A880-06F7DF1E011A}" destId="{1135B0F0-F741-4A4A-A77A-F4E9CFC42813}" srcOrd="2" destOrd="0" presId="urn:microsoft.com/office/officeart/2016/7/layout/LinearArrowProcessNumbered"/>
    <dgm:cxn modelId="{6B1703E5-E550-48AD-98A6-F90B2D37973F}" type="presParOf" srcId="{A4E611DF-189E-456C-A583-EE23F39339B9}" destId="{31B3FD6B-5D89-4129-8B66-6A514E19E884}" srcOrd="3" destOrd="0" presId="urn:microsoft.com/office/officeart/2016/7/layout/LinearArrowProcessNumbered"/>
    <dgm:cxn modelId="{13A9F566-10B4-4874-AC3D-98F970816AE5}" type="presParOf" srcId="{A4E611DF-189E-456C-A583-EE23F39339B9}" destId="{A7CB63D5-B6AB-4036-9F90-C94AE6A46485}" srcOrd="4" destOrd="0" presId="urn:microsoft.com/office/officeart/2016/7/layout/LinearArrowProcessNumbered"/>
    <dgm:cxn modelId="{2486FF4A-EFC9-4AB5-815E-030231A900A9}" type="presParOf" srcId="{A7CB63D5-B6AB-4036-9F90-C94AE6A46485}" destId="{29592BED-CC07-42FB-AC00-E61E193919F5}" srcOrd="0" destOrd="0" presId="urn:microsoft.com/office/officeart/2016/7/layout/LinearArrowProcessNumbered"/>
    <dgm:cxn modelId="{7E64C189-63CB-47AB-901E-4319EF153F83}" type="presParOf" srcId="{A7CB63D5-B6AB-4036-9F90-C94AE6A46485}" destId="{190059DF-E062-47B2-8DE7-29F7658F96A6}" srcOrd="1" destOrd="0" presId="urn:microsoft.com/office/officeart/2016/7/layout/LinearArrowProcessNumbered"/>
    <dgm:cxn modelId="{2F6D224C-0761-4EE5-AA67-431C2C723EF9}" type="presParOf" srcId="{190059DF-E062-47B2-8DE7-29F7658F96A6}" destId="{BC17E2D7-A8E0-44A5-87DD-F0F133CB5B1A}" srcOrd="0" destOrd="0" presId="urn:microsoft.com/office/officeart/2016/7/layout/LinearArrowProcessNumbered"/>
    <dgm:cxn modelId="{C72C20AE-4C03-414A-B4BA-3C81998F4C8D}" type="presParOf" srcId="{190059DF-E062-47B2-8DE7-29F7658F96A6}" destId="{F3C005DF-4B36-4815-8711-677D645B9D6E}" srcOrd="1" destOrd="0" presId="urn:microsoft.com/office/officeart/2016/7/layout/LinearArrowProcessNumbered"/>
    <dgm:cxn modelId="{A8FD6857-2C9C-40F0-86A4-0E9B9EC15B16}" type="presParOf" srcId="{190059DF-E062-47B2-8DE7-29F7658F96A6}" destId="{D4D71122-FF14-40C5-B557-D05111E9475E}" srcOrd="2" destOrd="0" presId="urn:microsoft.com/office/officeart/2016/7/layout/LinearArrowProcessNumbered"/>
    <dgm:cxn modelId="{89ABAD61-F896-4B50-BB8F-640F99C0C382}" type="presParOf" srcId="{190059DF-E062-47B2-8DE7-29F7658F96A6}" destId="{16CF5428-F60F-4020-A796-40022EE3D9B9}" srcOrd="3" destOrd="0" presId="urn:microsoft.com/office/officeart/2016/7/layout/LinearArrowProcessNumbered"/>
    <dgm:cxn modelId="{060D7A91-0FB7-430E-A6BC-6FEE1C3CA4F0}" type="presParOf" srcId="{A7CB63D5-B6AB-4036-9F90-C94AE6A46485}" destId="{CD4EFCD1-DE20-4DBF-9095-9B4B58D0DFD3}" srcOrd="2" destOrd="0" presId="urn:microsoft.com/office/officeart/2016/7/layout/LinearArrowProcessNumbered"/>
    <dgm:cxn modelId="{ED469CB2-DFA1-4B6B-B050-94A32FED5DA5}" type="presParOf" srcId="{A4E611DF-189E-456C-A583-EE23F39339B9}" destId="{9F526DFF-3306-4A51-8373-0E616DA0FA9E}" srcOrd="5" destOrd="0" presId="urn:microsoft.com/office/officeart/2016/7/layout/LinearArrowProcessNumbered"/>
    <dgm:cxn modelId="{C8AFC573-26DA-4919-B376-4150A36B8D90}" type="presParOf" srcId="{A4E611DF-189E-456C-A583-EE23F39339B9}" destId="{4B522542-BD3B-43DB-88F4-493F05B1722D}" srcOrd="6" destOrd="0" presId="urn:microsoft.com/office/officeart/2016/7/layout/LinearArrowProcessNumbered"/>
    <dgm:cxn modelId="{CD0CBE14-4382-4F5B-9007-DFE5DA265892}" type="presParOf" srcId="{4B522542-BD3B-43DB-88F4-493F05B1722D}" destId="{56C668E1-FB53-4DDE-8070-73288AECF409}" srcOrd="0" destOrd="0" presId="urn:microsoft.com/office/officeart/2016/7/layout/LinearArrowProcessNumbered"/>
    <dgm:cxn modelId="{1BBA1F56-C3B3-4E89-8573-26C5C22218BA}" type="presParOf" srcId="{4B522542-BD3B-43DB-88F4-493F05B1722D}" destId="{08699774-70B5-4609-B652-E62AF3DDFBAB}" srcOrd="1" destOrd="0" presId="urn:microsoft.com/office/officeart/2016/7/layout/LinearArrowProcessNumbered"/>
    <dgm:cxn modelId="{377DBC7D-CC6F-4E21-9458-6B719BFDAFA6}" type="presParOf" srcId="{08699774-70B5-4609-B652-E62AF3DDFBAB}" destId="{B566685F-FE48-4A75-AA27-E41964F6B6A3}" srcOrd="0" destOrd="0" presId="urn:microsoft.com/office/officeart/2016/7/layout/LinearArrowProcessNumbered"/>
    <dgm:cxn modelId="{EC0B2FA6-616D-4E92-B1EC-7EBE48A67EB5}" type="presParOf" srcId="{08699774-70B5-4609-B652-E62AF3DDFBAB}" destId="{D6DEE715-CBB5-4EE1-8B37-1CE4741D4B25}" srcOrd="1" destOrd="0" presId="urn:microsoft.com/office/officeart/2016/7/layout/LinearArrowProcessNumbered"/>
    <dgm:cxn modelId="{8817221E-5C00-47A0-BF0D-84245C468365}" type="presParOf" srcId="{08699774-70B5-4609-B652-E62AF3DDFBAB}" destId="{7003C572-58A1-42F5-A0CF-0B31894A4064}" srcOrd="2" destOrd="0" presId="urn:microsoft.com/office/officeart/2016/7/layout/LinearArrowProcessNumbered"/>
    <dgm:cxn modelId="{45A18DC1-1EC1-4664-9B57-9A670E9B2C3D}" type="presParOf" srcId="{08699774-70B5-4609-B652-E62AF3DDFBAB}" destId="{1C50F915-724A-4C26-BB68-7250BC1B5B8D}" srcOrd="3" destOrd="0" presId="urn:microsoft.com/office/officeart/2016/7/layout/LinearArrowProcessNumbered"/>
    <dgm:cxn modelId="{A324969D-0C9B-46EC-88D9-AB82C3C85A62}" type="presParOf" srcId="{4B522542-BD3B-43DB-88F4-493F05B1722D}" destId="{D605F362-B450-4357-9D12-20856ADF59AE}" srcOrd="2" destOrd="0" presId="urn:microsoft.com/office/officeart/2016/7/layout/LinearArrowProcessNumbered"/>
    <dgm:cxn modelId="{807D45ED-2D81-4AA8-92CA-E284A166C8D5}" type="presParOf" srcId="{A4E611DF-189E-456C-A583-EE23F39339B9}" destId="{673C123A-38CD-41E6-B0F4-86292E7DE2C0}" srcOrd="7" destOrd="0" presId="urn:microsoft.com/office/officeart/2016/7/layout/LinearArrowProcessNumbered"/>
    <dgm:cxn modelId="{BCDE1A7A-D5DE-4B95-9622-93CBA9BDF81F}" type="presParOf" srcId="{A4E611DF-189E-456C-A583-EE23F39339B9}" destId="{E44091FF-F1B0-4BB0-BD9E-FE5EC00DB6CD}" srcOrd="8" destOrd="0" presId="urn:microsoft.com/office/officeart/2016/7/layout/LinearArrowProcessNumbered"/>
    <dgm:cxn modelId="{CB6B56CF-0B45-41FA-8CFC-7D7AD1B619AA}" type="presParOf" srcId="{E44091FF-F1B0-4BB0-BD9E-FE5EC00DB6CD}" destId="{71EF7F86-DE6F-47AC-AFE1-C1A7384F3249}" srcOrd="0" destOrd="0" presId="urn:microsoft.com/office/officeart/2016/7/layout/LinearArrowProcessNumbered"/>
    <dgm:cxn modelId="{9D210B5A-BB73-4D06-9D54-6C9EE29C94F1}" type="presParOf" srcId="{E44091FF-F1B0-4BB0-BD9E-FE5EC00DB6CD}" destId="{C5CF1E7E-E994-44C0-810C-39AF0131BEAE}" srcOrd="1" destOrd="0" presId="urn:microsoft.com/office/officeart/2016/7/layout/LinearArrowProcessNumbered"/>
    <dgm:cxn modelId="{53C8532A-EB5D-47B4-B85E-89ACDD582A72}" type="presParOf" srcId="{C5CF1E7E-E994-44C0-810C-39AF0131BEAE}" destId="{2448E6B3-68C1-4E43-B60B-421D45CE94E3}" srcOrd="0" destOrd="0" presId="urn:microsoft.com/office/officeart/2016/7/layout/LinearArrowProcessNumbered"/>
    <dgm:cxn modelId="{65A2154B-D73F-4989-8F50-287B63D397BC}" type="presParOf" srcId="{C5CF1E7E-E994-44C0-810C-39AF0131BEAE}" destId="{32F4B5F9-E398-4EFF-A610-49452C0BF830}" srcOrd="1" destOrd="0" presId="urn:microsoft.com/office/officeart/2016/7/layout/LinearArrowProcessNumbered"/>
    <dgm:cxn modelId="{12F06B4F-1EE3-4642-81FD-0C2622AA81BF}" type="presParOf" srcId="{C5CF1E7E-E994-44C0-810C-39AF0131BEAE}" destId="{BF5852AB-5158-4974-B7A8-D4372655D5EF}" srcOrd="2" destOrd="0" presId="urn:microsoft.com/office/officeart/2016/7/layout/LinearArrowProcessNumbered"/>
    <dgm:cxn modelId="{3B60EA58-47AC-44DD-942B-6B6B9A65C787}" type="presParOf" srcId="{C5CF1E7E-E994-44C0-810C-39AF0131BEAE}" destId="{5917C830-945C-4F2B-BBF4-A5E9DB4BBCB3}" srcOrd="3" destOrd="0" presId="urn:microsoft.com/office/officeart/2016/7/layout/LinearArrowProcessNumbered"/>
    <dgm:cxn modelId="{16B6E698-1E24-4361-8FC6-4CF3B66A21D4}" type="presParOf" srcId="{E44091FF-F1B0-4BB0-BD9E-FE5EC00DB6CD}" destId="{86696240-7603-4C3C-83A9-B548F4B63D56}" srcOrd="2" destOrd="0" presId="urn:microsoft.com/office/officeart/2016/7/layout/LinearArrow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095C708-46E6-4152-B96A-084ECB0A097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70B6297-A2D2-4EE5-BCCC-1C0DF2096BD8}">
      <dgm:prSet/>
      <dgm:spPr/>
      <dgm:t>
        <a:bodyPr/>
        <a:lstStyle/>
        <a:p>
          <a:r>
            <a:rPr lang="en-GB"/>
            <a:t>•Unit tests to validate classifier accuracy</a:t>
          </a:r>
          <a:endParaRPr lang="en-US"/>
        </a:p>
      </dgm:t>
    </dgm:pt>
    <dgm:pt modelId="{14F245B9-422A-467F-9EC7-BD5B5064F3BB}" type="parTrans" cxnId="{0DF4C086-F07B-4ED3-B393-989E63053A28}">
      <dgm:prSet/>
      <dgm:spPr/>
      <dgm:t>
        <a:bodyPr/>
        <a:lstStyle/>
        <a:p>
          <a:endParaRPr lang="en-US"/>
        </a:p>
      </dgm:t>
    </dgm:pt>
    <dgm:pt modelId="{226186C0-64CE-4415-A746-FCA920BE1978}" type="sibTrans" cxnId="{0DF4C086-F07B-4ED3-B393-989E63053A28}">
      <dgm:prSet/>
      <dgm:spPr/>
      <dgm:t>
        <a:bodyPr/>
        <a:lstStyle/>
        <a:p>
          <a:endParaRPr lang="en-US"/>
        </a:p>
      </dgm:t>
    </dgm:pt>
    <dgm:pt modelId="{6FC57051-C97E-49D7-892B-56EC46B07754}">
      <dgm:prSet/>
      <dgm:spPr/>
      <dgm:t>
        <a:bodyPr/>
        <a:lstStyle/>
        <a:p>
          <a:r>
            <a:rPr lang="en-GB"/>
            <a:t>•Stability check for Spatial Pooler</a:t>
          </a:r>
          <a:endParaRPr lang="en-US"/>
        </a:p>
      </dgm:t>
    </dgm:pt>
    <dgm:pt modelId="{319358DF-4499-411A-9578-D04A8F01BD6D}" type="parTrans" cxnId="{FBE17526-32C6-4DDE-8AED-56C9B06EC475}">
      <dgm:prSet/>
      <dgm:spPr/>
      <dgm:t>
        <a:bodyPr/>
        <a:lstStyle/>
        <a:p>
          <a:endParaRPr lang="en-US"/>
        </a:p>
      </dgm:t>
    </dgm:pt>
    <dgm:pt modelId="{A56E7A3F-9D78-4A4F-9D5B-2DA31D63B85A}" type="sibTrans" cxnId="{FBE17526-32C6-4DDE-8AED-56C9B06EC475}">
      <dgm:prSet/>
      <dgm:spPr/>
      <dgm:t>
        <a:bodyPr/>
        <a:lstStyle/>
        <a:p>
          <a:endParaRPr lang="en-US"/>
        </a:p>
      </dgm:t>
    </dgm:pt>
    <dgm:pt modelId="{93C9CA7A-DCA6-4AE0-8452-CC9B28D032A9}">
      <dgm:prSet/>
      <dgm:spPr/>
      <dgm:t>
        <a:bodyPr/>
        <a:lstStyle/>
        <a:p>
          <a:r>
            <a:rPr lang="en-GB"/>
            <a:t>•Performance evaluation under different conditions</a:t>
          </a:r>
          <a:endParaRPr lang="en-US"/>
        </a:p>
      </dgm:t>
    </dgm:pt>
    <dgm:pt modelId="{9667F054-9DF2-40E1-8A25-1F80EC6C7023}" type="parTrans" cxnId="{A14AE1D2-8A4F-40D7-BBBD-1B332EE66094}">
      <dgm:prSet/>
      <dgm:spPr/>
      <dgm:t>
        <a:bodyPr/>
        <a:lstStyle/>
        <a:p>
          <a:endParaRPr lang="en-US"/>
        </a:p>
      </dgm:t>
    </dgm:pt>
    <dgm:pt modelId="{6ECD4745-B482-4A24-8915-1172C0D67863}" type="sibTrans" cxnId="{A14AE1D2-8A4F-40D7-BBBD-1B332EE66094}">
      <dgm:prSet/>
      <dgm:spPr/>
      <dgm:t>
        <a:bodyPr/>
        <a:lstStyle/>
        <a:p>
          <a:endParaRPr lang="en-US"/>
        </a:p>
      </dgm:t>
    </dgm:pt>
    <dgm:pt modelId="{83E8805C-80E4-47B9-998F-EBA0F455ECB1}" type="pres">
      <dgm:prSet presAssocID="{6095C708-46E6-4152-B96A-084ECB0A0976}" presName="root" presStyleCnt="0">
        <dgm:presLayoutVars>
          <dgm:dir/>
          <dgm:resizeHandles val="exact"/>
        </dgm:presLayoutVars>
      </dgm:prSet>
      <dgm:spPr/>
    </dgm:pt>
    <dgm:pt modelId="{1B24BA4E-AE9E-4CE4-A9B1-E075A356610E}" type="pres">
      <dgm:prSet presAssocID="{C70B6297-A2D2-4EE5-BCCC-1C0DF2096BD8}" presName="compNode" presStyleCnt="0"/>
      <dgm:spPr/>
    </dgm:pt>
    <dgm:pt modelId="{ECE973A8-EE4E-4B8C-866B-35C810F66FAF}" type="pres">
      <dgm:prSet presAssocID="{C70B6297-A2D2-4EE5-BCCC-1C0DF2096BD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1FDDA49B-F5A5-467D-BDB3-A01530FDE2A4}" type="pres">
      <dgm:prSet presAssocID="{C70B6297-A2D2-4EE5-BCCC-1C0DF2096BD8}" presName="spaceRect" presStyleCnt="0"/>
      <dgm:spPr/>
    </dgm:pt>
    <dgm:pt modelId="{B9E1D0DE-D169-4F6A-AD33-6A62B86D4E9C}" type="pres">
      <dgm:prSet presAssocID="{C70B6297-A2D2-4EE5-BCCC-1C0DF2096BD8}" presName="textRect" presStyleLbl="revTx" presStyleIdx="0" presStyleCnt="3">
        <dgm:presLayoutVars>
          <dgm:chMax val="1"/>
          <dgm:chPref val="1"/>
        </dgm:presLayoutVars>
      </dgm:prSet>
      <dgm:spPr/>
    </dgm:pt>
    <dgm:pt modelId="{825BF8A4-5B80-43F9-A0BD-0471095428C1}" type="pres">
      <dgm:prSet presAssocID="{226186C0-64CE-4415-A746-FCA920BE1978}" presName="sibTrans" presStyleCnt="0"/>
      <dgm:spPr/>
    </dgm:pt>
    <dgm:pt modelId="{7FEFE2F0-AFD4-4B11-A33A-FF911155BB62}" type="pres">
      <dgm:prSet presAssocID="{6FC57051-C97E-49D7-892B-56EC46B07754}" presName="compNode" presStyleCnt="0"/>
      <dgm:spPr/>
    </dgm:pt>
    <dgm:pt modelId="{E5621C4E-7F7E-4220-B8A3-4FE7FC5B3592}" type="pres">
      <dgm:prSet presAssocID="{6FC57051-C97E-49D7-892B-56EC46B077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s"/>
        </a:ext>
      </dgm:extLst>
    </dgm:pt>
    <dgm:pt modelId="{AAD45751-BD34-479F-B24E-7455F5BF4EC0}" type="pres">
      <dgm:prSet presAssocID="{6FC57051-C97E-49D7-892B-56EC46B07754}" presName="spaceRect" presStyleCnt="0"/>
      <dgm:spPr/>
    </dgm:pt>
    <dgm:pt modelId="{AA3550CD-A1D7-4CC0-904D-CAA82B3C36B0}" type="pres">
      <dgm:prSet presAssocID="{6FC57051-C97E-49D7-892B-56EC46B07754}" presName="textRect" presStyleLbl="revTx" presStyleIdx="1" presStyleCnt="3">
        <dgm:presLayoutVars>
          <dgm:chMax val="1"/>
          <dgm:chPref val="1"/>
        </dgm:presLayoutVars>
      </dgm:prSet>
      <dgm:spPr/>
    </dgm:pt>
    <dgm:pt modelId="{2AD5EB10-7BFB-4F83-9BCB-80346D32835B}" type="pres">
      <dgm:prSet presAssocID="{A56E7A3F-9D78-4A4F-9D5B-2DA31D63B85A}" presName="sibTrans" presStyleCnt="0"/>
      <dgm:spPr/>
    </dgm:pt>
    <dgm:pt modelId="{94D0AB22-204E-4CC3-A58C-CB0F500E8622}" type="pres">
      <dgm:prSet presAssocID="{93C9CA7A-DCA6-4AE0-8452-CC9B28D032A9}" presName="compNode" presStyleCnt="0"/>
      <dgm:spPr/>
    </dgm:pt>
    <dgm:pt modelId="{A10CEE00-020F-484E-A583-C2FF334D4AC3}" type="pres">
      <dgm:prSet presAssocID="{93C9CA7A-DCA6-4AE0-8452-CC9B28D032A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1C5C5A53-8FFE-4500-B86F-BA4B0B42599B}" type="pres">
      <dgm:prSet presAssocID="{93C9CA7A-DCA6-4AE0-8452-CC9B28D032A9}" presName="spaceRect" presStyleCnt="0"/>
      <dgm:spPr/>
    </dgm:pt>
    <dgm:pt modelId="{51F73466-C18B-40B9-A9FA-8CAA839786CD}" type="pres">
      <dgm:prSet presAssocID="{93C9CA7A-DCA6-4AE0-8452-CC9B28D032A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BE17526-32C6-4DDE-8AED-56C9B06EC475}" srcId="{6095C708-46E6-4152-B96A-084ECB0A0976}" destId="{6FC57051-C97E-49D7-892B-56EC46B07754}" srcOrd="1" destOrd="0" parTransId="{319358DF-4499-411A-9578-D04A8F01BD6D}" sibTransId="{A56E7A3F-9D78-4A4F-9D5B-2DA31D63B85A}"/>
    <dgm:cxn modelId="{DE4E8A84-C733-422A-B00E-F9C5E1228FED}" type="presOf" srcId="{93C9CA7A-DCA6-4AE0-8452-CC9B28D032A9}" destId="{51F73466-C18B-40B9-A9FA-8CAA839786CD}" srcOrd="0" destOrd="0" presId="urn:microsoft.com/office/officeart/2018/2/layout/IconLabelList"/>
    <dgm:cxn modelId="{0DF4C086-F07B-4ED3-B393-989E63053A28}" srcId="{6095C708-46E6-4152-B96A-084ECB0A0976}" destId="{C70B6297-A2D2-4EE5-BCCC-1C0DF2096BD8}" srcOrd="0" destOrd="0" parTransId="{14F245B9-422A-467F-9EC7-BD5B5064F3BB}" sibTransId="{226186C0-64CE-4415-A746-FCA920BE1978}"/>
    <dgm:cxn modelId="{0287EA99-7635-4271-B363-00C50E71FF13}" type="presOf" srcId="{C70B6297-A2D2-4EE5-BCCC-1C0DF2096BD8}" destId="{B9E1D0DE-D169-4F6A-AD33-6A62B86D4E9C}" srcOrd="0" destOrd="0" presId="urn:microsoft.com/office/officeart/2018/2/layout/IconLabelList"/>
    <dgm:cxn modelId="{5CBE64C2-42DF-42AE-8265-7DB9AE0886B1}" type="presOf" srcId="{6095C708-46E6-4152-B96A-084ECB0A0976}" destId="{83E8805C-80E4-47B9-998F-EBA0F455ECB1}" srcOrd="0" destOrd="0" presId="urn:microsoft.com/office/officeart/2018/2/layout/IconLabelList"/>
    <dgm:cxn modelId="{A14AE1D2-8A4F-40D7-BBBD-1B332EE66094}" srcId="{6095C708-46E6-4152-B96A-084ECB0A0976}" destId="{93C9CA7A-DCA6-4AE0-8452-CC9B28D032A9}" srcOrd="2" destOrd="0" parTransId="{9667F054-9DF2-40E1-8A25-1F80EC6C7023}" sibTransId="{6ECD4745-B482-4A24-8915-1172C0D67863}"/>
    <dgm:cxn modelId="{13BF9BDD-06E0-4773-8E3C-AE2468E738BE}" type="presOf" srcId="{6FC57051-C97E-49D7-892B-56EC46B07754}" destId="{AA3550CD-A1D7-4CC0-904D-CAA82B3C36B0}" srcOrd="0" destOrd="0" presId="urn:microsoft.com/office/officeart/2018/2/layout/IconLabelList"/>
    <dgm:cxn modelId="{BB0EBA57-0490-4E3C-9189-D5D91BB506CB}" type="presParOf" srcId="{83E8805C-80E4-47B9-998F-EBA0F455ECB1}" destId="{1B24BA4E-AE9E-4CE4-A9B1-E075A356610E}" srcOrd="0" destOrd="0" presId="urn:microsoft.com/office/officeart/2018/2/layout/IconLabelList"/>
    <dgm:cxn modelId="{FB3DE11D-7938-4429-BC79-DA70A80DA7F5}" type="presParOf" srcId="{1B24BA4E-AE9E-4CE4-A9B1-E075A356610E}" destId="{ECE973A8-EE4E-4B8C-866B-35C810F66FAF}" srcOrd="0" destOrd="0" presId="urn:microsoft.com/office/officeart/2018/2/layout/IconLabelList"/>
    <dgm:cxn modelId="{C473D371-6C6F-425F-9050-A289A984FD54}" type="presParOf" srcId="{1B24BA4E-AE9E-4CE4-A9B1-E075A356610E}" destId="{1FDDA49B-F5A5-467D-BDB3-A01530FDE2A4}" srcOrd="1" destOrd="0" presId="urn:microsoft.com/office/officeart/2018/2/layout/IconLabelList"/>
    <dgm:cxn modelId="{617CF3FF-A796-410E-B5EA-BA2E0C6BCFCA}" type="presParOf" srcId="{1B24BA4E-AE9E-4CE4-A9B1-E075A356610E}" destId="{B9E1D0DE-D169-4F6A-AD33-6A62B86D4E9C}" srcOrd="2" destOrd="0" presId="urn:microsoft.com/office/officeart/2018/2/layout/IconLabelList"/>
    <dgm:cxn modelId="{16C94145-6219-4E6C-8F94-A5444D4457DB}" type="presParOf" srcId="{83E8805C-80E4-47B9-998F-EBA0F455ECB1}" destId="{825BF8A4-5B80-43F9-A0BD-0471095428C1}" srcOrd="1" destOrd="0" presId="urn:microsoft.com/office/officeart/2018/2/layout/IconLabelList"/>
    <dgm:cxn modelId="{60DFF5E6-2602-447B-8727-F40DEBCF91AE}" type="presParOf" srcId="{83E8805C-80E4-47B9-998F-EBA0F455ECB1}" destId="{7FEFE2F0-AFD4-4B11-A33A-FF911155BB62}" srcOrd="2" destOrd="0" presId="urn:microsoft.com/office/officeart/2018/2/layout/IconLabelList"/>
    <dgm:cxn modelId="{0F118A5E-7913-4292-8DDB-47949FB60F27}" type="presParOf" srcId="{7FEFE2F0-AFD4-4B11-A33A-FF911155BB62}" destId="{E5621C4E-7F7E-4220-B8A3-4FE7FC5B3592}" srcOrd="0" destOrd="0" presId="urn:microsoft.com/office/officeart/2018/2/layout/IconLabelList"/>
    <dgm:cxn modelId="{0558D138-CD8F-49AE-9076-314FD74B6641}" type="presParOf" srcId="{7FEFE2F0-AFD4-4B11-A33A-FF911155BB62}" destId="{AAD45751-BD34-479F-B24E-7455F5BF4EC0}" srcOrd="1" destOrd="0" presId="urn:microsoft.com/office/officeart/2018/2/layout/IconLabelList"/>
    <dgm:cxn modelId="{D60C0D22-3E81-47B6-8315-F64A4E339817}" type="presParOf" srcId="{7FEFE2F0-AFD4-4B11-A33A-FF911155BB62}" destId="{AA3550CD-A1D7-4CC0-904D-CAA82B3C36B0}" srcOrd="2" destOrd="0" presId="urn:microsoft.com/office/officeart/2018/2/layout/IconLabelList"/>
    <dgm:cxn modelId="{AE154FE3-8AE8-4BDD-A05A-B104CFB674CE}" type="presParOf" srcId="{83E8805C-80E4-47B9-998F-EBA0F455ECB1}" destId="{2AD5EB10-7BFB-4F83-9BCB-80346D32835B}" srcOrd="3" destOrd="0" presId="urn:microsoft.com/office/officeart/2018/2/layout/IconLabelList"/>
    <dgm:cxn modelId="{8B2D053F-70E1-45B6-B977-D67320217A47}" type="presParOf" srcId="{83E8805C-80E4-47B9-998F-EBA0F455ECB1}" destId="{94D0AB22-204E-4CC3-A58C-CB0F500E8622}" srcOrd="4" destOrd="0" presId="urn:microsoft.com/office/officeart/2018/2/layout/IconLabelList"/>
    <dgm:cxn modelId="{BBD31AEB-5F9D-471D-908C-43C6E735F282}" type="presParOf" srcId="{94D0AB22-204E-4CC3-A58C-CB0F500E8622}" destId="{A10CEE00-020F-484E-A583-C2FF334D4AC3}" srcOrd="0" destOrd="0" presId="urn:microsoft.com/office/officeart/2018/2/layout/IconLabelList"/>
    <dgm:cxn modelId="{8344D3CB-7403-4810-B714-E91C3F4B0B61}" type="presParOf" srcId="{94D0AB22-204E-4CC3-A58C-CB0F500E8622}" destId="{1C5C5A53-8FFE-4500-B86F-BA4B0B42599B}" srcOrd="1" destOrd="0" presId="urn:microsoft.com/office/officeart/2018/2/layout/IconLabelList"/>
    <dgm:cxn modelId="{08144891-55B6-445A-87C4-7C9964B7D279}" type="presParOf" srcId="{94D0AB22-204E-4CC3-A58C-CB0F500E8622}" destId="{51F73466-C18B-40B9-A9FA-8CAA839786C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951B160-F119-44D0-B3EA-390B7C52E3BE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91CF15A-984C-4899-821B-F74D2632E530}">
      <dgm:prSet/>
      <dgm:spPr/>
      <dgm:t>
        <a:bodyPr/>
        <a:lstStyle/>
        <a:p>
          <a:r>
            <a:rPr lang="en-GB" b="1"/>
            <a:t>Goal:</a:t>
          </a:r>
          <a:r>
            <a:rPr lang="en-GB"/>
            <a:t> Convert input values into stable SDR representations.</a:t>
          </a:r>
          <a:endParaRPr lang="en-US"/>
        </a:p>
      </dgm:t>
    </dgm:pt>
    <dgm:pt modelId="{AEFE88F3-DA31-4548-90B9-576D38BDF7B3}" type="parTrans" cxnId="{8CA775FD-2AF8-4CDD-8CDF-2F68300857CA}">
      <dgm:prSet/>
      <dgm:spPr/>
      <dgm:t>
        <a:bodyPr/>
        <a:lstStyle/>
        <a:p>
          <a:endParaRPr lang="en-US"/>
        </a:p>
      </dgm:t>
    </dgm:pt>
    <dgm:pt modelId="{E1C076A0-9F0B-473B-8455-2857AADB7BE3}" type="sibTrans" cxnId="{8CA775FD-2AF8-4CDD-8CDF-2F68300857CA}">
      <dgm:prSet/>
      <dgm:spPr/>
      <dgm:t>
        <a:bodyPr/>
        <a:lstStyle/>
        <a:p>
          <a:endParaRPr lang="en-US"/>
        </a:p>
      </dgm:t>
    </dgm:pt>
    <dgm:pt modelId="{C7F8F4BC-2F10-46E2-AAF4-529BA704DFC5}">
      <dgm:prSet/>
      <dgm:spPr/>
      <dgm:t>
        <a:bodyPr/>
        <a:lstStyle/>
        <a:p>
          <a:r>
            <a:rPr lang="en-GB" b="1"/>
            <a:t>Training Steps:</a:t>
          </a:r>
          <a:endParaRPr lang="en-US"/>
        </a:p>
      </dgm:t>
    </dgm:pt>
    <dgm:pt modelId="{3CE113B5-2733-4FBD-A10A-77483A50EFFD}" type="parTrans" cxnId="{51DFFAF6-8CDF-4079-9419-348DCF748292}">
      <dgm:prSet/>
      <dgm:spPr/>
      <dgm:t>
        <a:bodyPr/>
        <a:lstStyle/>
        <a:p>
          <a:endParaRPr lang="en-US"/>
        </a:p>
      </dgm:t>
    </dgm:pt>
    <dgm:pt modelId="{66781589-AA87-470F-908E-6149BE119CA1}" type="sibTrans" cxnId="{51DFFAF6-8CDF-4079-9419-348DCF748292}">
      <dgm:prSet/>
      <dgm:spPr/>
      <dgm:t>
        <a:bodyPr/>
        <a:lstStyle/>
        <a:p>
          <a:endParaRPr lang="en-US"/>
        </a:p>
      </dgm:t>
    </dgm:pt>
    <dgm:pt modelId="{69A84173-1F37-41CC-B00E-147D319867D4}">
      <dgm:prSet/>
      <dgm:spPr/>
      <dgm:t>
        <a:bodyPr/>
        <a:lstStyle/>
        <a:p>
          <a:r>
            <a:rPr lang="en-GB"/>
            <a:t>Encode inputs using a scalar encoder.</a:t>
          </a:r>
          <a:endParaRPr lang="en-US"/>
        </a:p>
      </dgm:t>
    </dgm:pt>
    <dgm:pt modelId="{8B83B253-1E8D-41C8-A825-76716DC0AA01}" type="parTrans" cxnId="{232E5686-229C-468C-A669-1050F1E9FCE3}">
      <dgm:prSet/>
      <dgm:spPr/>
      <dgm:t>
        <a:bodyPr/>
        <a:lstStyle/>
        <a:p>
          <a:endParaRPr lang="en-US"/>
        </a:p>
      </dgm:t>
    </dgm:pt>
    <dgm:pt modelId="{858B4C05-6B9C-418A-BAC4-2A8492360ADF}" type="sibTrans" cxnId="{232E5686-229C-468C-A669-1050F1E9FCE3}">
      <dgm:prSet/>
      <dgm:spPr/>
      <dgm:t>
        <a:bodyPr/>
        <a:lstStyle/>
        <a:p>
          <a:endParaRPr lang="en-US"/>
        </a:p>
      </dgm:t>
    </dgm:pt>
    <dgm:pt modelId="{C28736C2-A291-4650-A418-404BF268AD75}">
      <dgm:prSet/>
      <dgm:spPr/>
      <dgm:t>
        <a:bodyPr/>
        <a:lstStyle/>
        <a:p>
          <a:r>
            <a:rPr lang="en-GB"/>
            <a:t>Train the Spatial Pooler until SDR stability is achieved.</a:t>
          </a:r>
          <a:endParaRPr lang="en-US"/>
        </a:p>
      </dgm:t>
    </dgm:pt>
    <dgm:pt modelId="{F74B7DEA-EC93-449F-B1FD-B9237DB442AC}" type="parTrans" cxnId="{B2A4800F-97AD-498B-81B8-6B2A1C4F06FF}">
      <dgm:prSet/>
      <dgm:spPr/>
      <dgm:t>
        <a:bodyPr/>
        <a:lstStyle/>
        <a:p>
          <a:endParaRPr lang="en-US"/>
        </a:p>
      </dgm:t>
    </dgm:pt>
    <dgm:pt modelId="{ED61ED58-84F0-4C17-8AD1-157C544E08C5}" type="sibTrans" cxnId="{B2A4800F-97AD-498B-81B8-6B2A1C4F06FF}">
      <dgm:prSet/>
      <dgm:spPr/>
      <dgm:t>
        <a:bodyPr/>
        <a:lstStyle/>
        <a:p>
          <a:endParaRPr lang="en-US"/>
        </a:p>
      </dgm:t>
    </dgm:pt>
    <dgm:pt modelId="{0866DAEE-7134-473C-AECC-623D6DBD751A}">
      <dgm:prSet/>
      <dgm:spPr/>
      <dgm:t>
        <a:bodyPr/>
        <a:lstStyle/>
        <a:p>
          <a:r>
            <a:rPr lang="en-GB"/>
            <a:t>Ensure consistent representations for similar inputs.</a:t>
          </a:r>
          <a:endParaRPr lang="en-US"/>
        </a:p>
      </dgm:t>
    </dgm:pt>
    <dgm:pt modelId="{7CA2BCCE-09D7-4017-B4B2-B663DA7B6C5F}" type="parTrans" cxnId="{99E1F6F6-305A-4CF5-ACBC-13EFFBFC78B5}">
      <dgm:prSet/>
      <dgm:spPr/>
      <dgm:t>
        <a:bodyPr/>
        <a:lstStyle/>
        <a:p>
          <a:endParaRPr lang="en-US"/>
        </a:p>
      </dgm:t>
    </dgm:pt>
    <dgm:pt modelId="{5B8572B1-98E6-4B1C-8EB4-3A47A6AAFF1E}" type="sibTrans" cxnId="{99E1F6F6-305A-4CF5-ACBC-13EFFBFC78B5}">
      <dgm:prSet/>
      <dgm:spPr/>
      <dgm:t>
        <a:bodyPr/>
        <a:lstStyle/>
        <a:p>
          <a:endParaRPr lang="en-US"/>
        </a:p>
      </dgm:t>
    </dgm:pt>
    <dgm:pt modelId="{FBAE4AC3-DA7F-44CD-A954-AD324EE4B292}" type="pres">
      <dgm:prSet presAssocID="{F951B160-F119-44D0-B3EA-390B7C52E3BE}" presName="Name0" presStyleCnt="0">
        <dgm:presLayoutVars>
          <dgm:dir/>
          <dgm:animLvl val="lvl"/>
          <dgm:resizeHandles val="exact"/>
        </dgm:presLayoutVars>
      </dgm:prSet>
      <dgm:spPr/>
    </dgm:pt>
    <dgm:pt modelId="{B94A0984-AC23-4637-8C01-94789D6BCF39}" type="pres">
      <dgm:prSet presAssocID="{C7F8F4BC-2F10-46E2-AAF4-529BA704DFC5}" presName="boxAndChildren" presStyleCnt="0"/>
      <dgm:spPr/>
    </dgm:pt>
    <dgm:pt modelId="{0C92DF82-0673-4429-904C-F1D6658824C3}" type="pres">
      <dgm:prSet presAssocID="{C7F8F4BC-2F10-46E2-AAF4-529BA704DFC5}" presName="parentTextBox" presStyleLbl="node1" presStyleIdx="0" presStyleCnt="2"/>
      <dgm:spPr/>
    </dgm:pt>
    <dgm:pt modelId="{53768A48-585A-493D-BA5B-5610A465406D}" type="pres">
      <dgm:prSet presAssocID="{C7F8F4BC-2F10-46E2-AAF4-529BA704DFC5}" presName="entireBox" presStyleLbl="node1" presStyleIdx="0" presStyleCnt="2"/>
      <dgm:spPr/>
    </dgm:pt>
    <dgm:pt modelId="{D14934B1-68B6-4EA2-996F-13455B22B4FD}" type="pres">
      <dgm:prSet presAssocID="{C7F8F4BC-2F10-46E2-AAF4-529BA704DFC5}" presName="descendantBox" presStyleCnt="0"/>
      <dgm:spPr/>
    </dgm:pt>
    <dgm:pt modelId="{8870F1F1-B731-42EF-B0D3-BB810C0C9236}" type="pres">
      <dgm:prSet presAssocID="{69A84173-1F37-41CC-B00E-147D319867D4}" presName="childTextBox" presStyleLbl="fgAccFollowNode1" presStyleIdx="0" presStyleCnt="3">
        <dgm:presLayoutVars>
          <dgm:bulletEnabled val="1"/>
        </dgm:presLayoutVars>
      </dgm:prSet>
      <dgm:spPr/>
    </dgm:pt>
    <dgm:pt modelId="{C6867626-210B-4DF2-A67D-4379E5D8AF21}" type="pres">
      <dgm:prSet presAssocID="{C28736C2-A291-4650-A418-404BF268AD75}" presName="childTextBox" presStyleLbl="fgAccFollowNode1" presStyleIdx="1" presStyleCnt="3">
        <dgm:presLayoutVars>
          <dgm:bulletEnabled val="1"/>
        </dgm:presLayoutVars>
      </dgm:prSet>
      <dgm:spPr/>
    </dgm:pt>
    <dgm:pt modelId="{A9F9AFA0-3252-48BB-885C-BBA5E097F729}" type="pres">
      <dgm:prSet presAssocID="{0866DAEE-7134-473C-AECC-623D6DBD751A}" presName="childTextBox" presStyleLbl="fgAccFollowNode1" presStyleIdx="2" presStyleCnt="3">
        <dgm:presLayoutVars>
          <dgm:bulletEnabled val="1"/>
        </dgm:presLayoutVars>
      </dgm:prSet>
      <dgm:spPr/>
    </dgm:pt>
    <dgm:pt modelId="{DD5C3177-998D-4DD9-9DFD-F82A42373A1B}" type="pres">
      <dgm:prSet presAssocID="{E1C076A0-9F0B-473B-8455-2857AADB7BE3}" presName="sp" presStyleCnt="0"/>
      <dgm:spPr/>
    </dgm:pt>
    <dgm:pt modelId="{9E538E74-60D6-4306-BE7D-336B1D34DE80}" type="pres">
      <dgm:prSet presAssocID="{E91CF15A-984C-4899-821B-F74D2632E530}" presName="arrowAndChildren" presStyleCnt="0"/>
      <dgm:spPr/>
    </dgm:pt>
    <dgm:pt modelId="{1B3DBC92-6E6E-4009-85C3-F13A398D6C38}" type="pres">
      <dgm:prSet presAssocID="{E91CF15A-984C-4899-821B-F74D2632E530}" presName="parentTextArrow" presStyleLbl="node1" presStyleIdx="1" presStyleCnt="2"/>
      <dgm:spPr/>
    </dgm:pt>
  </dgm:ptLst>
  <dgm:cxnLst>
    <dgm:cxn modelId="{B2A4800F-97AD-498B-81B8-6B2A1C4F06FF}" srcId="{C7F8F4BC-2F10-46E2-AAF4-529BA704DFC5}" destId="{C28736C2-A291-4650-A418-404BF268AD75}" srcOrd="1" destOrd="0" parTransId="{F74B7DEA-EC93-449F-B1FD-B9237DB442AC}" sibTransId="{ED61ED58-84F0-4C17-8AD1-157C544E08C5}"/>
    <dgm:cxn modelId="{FE32BA19-AC66-40BD-A302-5CC0BB405CA6}" type="presOf" srcId="{C28736C2-A291-4650-A418-404BF268AD75}" destId="{C6867626-210B-4DF2-A67D-4379E5D8AF21}" srcOrd="0" destOrd="0" presId="urn:microsoft.com/office/officeart/2005/8/layout/process4"/>
    <dgm:cxn modelId="{1C5FE71A-1073-4E08-82D6-D288C4F8DF6A}" type="presOf" srcId="{0866DAEE-7134-473C-AECC-623D6DBD751A}" destId="{A9F9AFA0-3252-48BB-885C-BBA5E097F729}" srcOrd="0" destOrd="0" presId="urn:microsoft.com/office/officeart/2005/8/layout/process4"/>
    <dgm:cxn modelId="{F123AA35-80F8-4FCE-9F17-FE62C6E9B8D4}" type="presOf" srcId="{E91CF15A-984C-4899-821B-F74D2632E530}" destId="{1B3DBC92-6E6E-4009-85C3-F13A398D6C38}" srcOrd="0" destOrd="0" presId="urn:microsoft.com/office/officeart/2005/8/layout/process4"/>
    <dgm:cxn modelId="{232E5686-229C-468C-A669-1050F1E9FCE3}" srcId="{C7F8F4BC-2F10-46E2-AAF4-529BA704DFC5}" destId="{69A84173-1F37-41CC-B00E-147D319867D4}" srcOrd="0" destOrd="0" parTransId="{8B83B253-1E8D-41C8-A825-76716DC0AA01}" sibTransId="{858B4C05-6B9C-418A-BAC4-2A8492360ADF}"/>
    <dgm:cxn modelId="{7B57189C-C128-4A12-A020-4E6A721BB311}" type="presOf" srcId="{C7F8F4BC-2F10-46E2-AAF4-529BA704DFC5}" destId="{53768A48-585A-493D-BA5B-5610A465406D}" srcOrd="1" destOrd="0" presId="urn:microsoft.com/office/officeart/2005/8/layout/process4"/>
    <dgm:cxn modelId="{5E8B82C9-FCCF-4615-8240-C7F31B7806B6}" type="presOf" srcId="{69A84173-1F37-41CC-B00E-147D319867D4}" destId="{8870F1F1-B731-42EF-B0D3-BB810C0C9236}" srcOrd="0" destOrd="0" presId="urn:microsoft.com/office/officeart/2005/8/layout/process4"/>
    <dgm:cxn modelId="{D6E30ED2-07FA-46E2-A2B0-744A0447FB61}" type="presOf" srcId="{F951B160-F119-44D0-B3EA-390B7C52E3BE}" destId="{FBAE4AC3-DA7F-44CD-A954-AD324EE4B292}" srcOrd="0" destOrd="0" presId="urn:microsoft.com/office/officeart/2005/8/layout/process4"/>
    <dgm:cxn modelId="{6B91B7EF-2F8B-49B8-95F2-3754DA2484DA}" type="presOf" srcId="{C7F8F4BC-2F10-46E2-AAF4-529BA704DFC5}" destId="{0C92DF82-0673-4429-904C-F1D6658824C3}" srcOrd="0" destOrd="0" presId="urn:microsoft.com/office/officeart/2005/8/layout/process4"/>
    <dgm:cxn modelId="{99E1F6F6-305A-4CF5-ACBC-13EFFBFC78B5}" srcId="{C7F8F4BC-2F10-46E2-AAF4-529BA704DFC5}" destId="{0866DAEE-7134-473C-AECC-623D6DBD751A}" srcOrd="2" destOrd="0" parTransId="{7CA2BCCE-09D7-4017-B4B2-B663DA7B6C5F}" sibTransId="{5B8572B1-98E6-4B1C-8EB4-3A47A6AAFF1E}"/>
    <dgm:cxn modelId="{51DFFAF6-8CDF-4079-9419-348DCF748292}" srcId="{F951B160-F119-44D0-B3EA-390B7C52E3BE}" destId="{C7F8F4BC-2F10-46E2-AAF4-529BA704DFC5}" srcOrd="1" destOrd="0" parTransId="{3CE113B5-2733-4FBD-A10A-77483A50EFFD}" sibTransId="{66781589-AA87-470F-908E-6149BE119CA1}"/>
    <dgm:cxn modelId="{8CA775FD-2AF8-4CDD-8CDF-2F68300857CA}" srcId="{F951B160-F119-44D0-B3EA-390B7C52E3BE}" destId="{E91CF15A-984C-4899-821B-F74D2632E530}" srcOrd="0" destOrd="0" parTransId="{AEFE88F3-DA31-4548-90B9-576D38BDF7B3}" sibTransId="{E1C076A0-9F0B-473B-8455-2857AADB7BE3}"/>
    <dgm:cxn modelId="{8147E017-9D16-41F4-97FF-D316DCAA6ABD}" type="presParOf" srcId="{FBAE4AC3-DA7F-44CD-A954-AD324EE4B292}" destId="{B94A0984-AC23-4637-8C01-94789D6BCF39}" srcOrd="0" destOrd="0" presId="urn:microsoft.com/office/officeart/2005/8/layout/process4"/>
    <dgm:cxn modelId="{59D169AE-62AF-4265-A79F-C84D9BB39DAB}" type="presParOf" srcId="{B94A0984-AC23-4637-8C01-94789D6BCF39}" destId="{0C92DF82-0673-4429-904C-F1D6658824C3}" srcOrd="0" destOrd="0" presId="urn:microsoft.com/office/officeart/2005/8/layout/process4"/>
    <dgm:cxn modelId="{F68513C3-057A-420E-9D41-143AD12FA1F0}" type="presParOf" srcId="{B94A0984-AC23-4637-8C01-94789D6BCF39}" destId="{53768A48-585A-493D-BA5B-5610A465406D}" srcOrd="1" destOrd="0" presId="urn:microsoft.com/office/officeart/2005/8/layout/process4"/>
    <dgm:cxn modelId="{13B949F2-0ACF-4F86-BF74-D3809A10F488}" type="presParOf" srcId="{B94A0984-AC23-4637-8C01-94789D6BCF39}" destId="{D14934B1-68B6-4EA2-996F-13455B22B4FD}" srcOrd="2" destOrd="0" presId="urn:microsoft.com/office/officeart/2005/8/layout/process4"/>
    <dgm:cxn modelId="{2EC8072A-129A-424D-AE57-FE5845A132FE}" type="presParOf" srcId="{D14934B1-68B6-4EA2-996F-13455B22B4FD}" destId="{8870F1F1-B731-42EF-B0D3-BB810C0C9236}" srcOrd="0" destOrd="0" presId="urn:microsoft.com/office/officeart/2005/8/layout/process4"/>
    <dgm:cxn modelId="{F5D1AA60-17AB-44DE-9B1B-B9132D304B6A}" type="presParOf" srcId="{D14934B1-68B6-4EA2-996F-13455B22B4FD}" destId="{C6867626-210B-4DF2-A67D-4379E5D8AF21}" srcOrd="1" destOrd="0" presId="urn:microsoft.com/office/officeart/2005/8/layout/process4"/>
    <dgm:cxn modelId="{EA28BBD0-B337-4E1C-B00D-1E3C0595F5E5}" type="presParOf" srcId="{D14934B1-68B6-4EA2-996F-13455B22B4FD}" destId="{A9F9AFA0-3252-48BB-885C-BBA5E097F729}" srcOrd="2" destOrd="0" presId="urn:microsoft.com/office/officeart/2005/8/layout/process4"/>
    <dgm:cxn modelId="{53767879-D693-4B73-B7DD-17ED8DFBB89D}" type="presParOf" srcId="{FBAE4AC3-DA7F-44CD-A954-AD324EE4B292}" destId="{DD5C3177-998D-4DD9-9DFD-F82A42373A1B}" srcOrd="1" destOrd="0" presId="urn:microsoft.com/office/officeart/2005/8/layout/process4"/>
    <dgm:cxn modelId="{B9576C21-92C2-42F7-B355-FE244D9D2D3E}" type="presParOf" srcId="{FBAE4AC3-DA7F-44CD-A954-AD324EE4B292}" destId="{9E538E74-60D6-4306-BE7D-336B1D34DE80}" srcOrd="2" destOrd="0" presId="urn:microsoft.com/office/officeart/2005/8/layout/process4"/>
    <dgm:cxn modelId="{0D57BB24-C76A-4EAB-AEE2-84012D8A5EF0}" type="presParOf" srcId="{9E538E74-60D6-4306-BE7D-336B1D34DE80}" destId="{1B3DBC92-6E6E-4009-85C3-F13A398D6C3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1089758-A4E7-449D-94D0-8DC807D94628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4BE29C3-D1C2-408B-B2AB-E9C2EF9D0DC5}">
      <dgm:prSet/>
      <dgm:spPr/>
      <dgm:t>
        <a:bodyPr/>
        <a:lstStyle/>
        <a:p>
          <a:r>
            <a:rPr lang="en-GB"/>
            <a:t>Use </a:t>
          </a:r>
          <a:r>
            <a:rPr lang="en-GB" b="1"/>
            <a:t>SpatialPoolerInputReconstructionExperiment</a:t>
          </a:r>
          <a:r>
            <a:rPr lang="en-GB"/>
            <a:t>.</a:t>
          </a:r>
          <a:endParaRPr lang="en-US"/>
        </a:p>
      </dgm:t>
    </dgm:pt>
    <dgm:pt modelId="{2E123FED-7431-4936-95AC-A51191A7ED06}" type="parTrans" cxnId="{DF90CF29-BF08-4D65-ABF0-5EF5A414FE9C}">
      <dgm:prSet/>
      <dgm:spPr/>
      <dgm:t>
        <a:bodyPr/>
        <a:lstStyle/>
        <a:p>
          <a:endParaRPr lang="en-US"/>
        </a:p>
      </dgm:t>
    </dgm:pt>
    <dgm:pt modelId="{6F95530F-4217-4F55-AE6A-B5284014775E}" type="sibTrans" cxnId="{DF90CF29-BF08-4D65-ABF0-5EF5A414FE9C}">
      <dgm:prSet/>
      <dgm:spPr/>
      <dgm:t>
        <a:bodyPr/>
        <a:lstStyle/>
        <a:p>
          <a:endParaRPr lang="en-US"/>
        </a:p>
      </dgm:t>
    </dgm:pt>
    <dgm:pt modelId="{B08475BC-0FD1-49ED-AA34-3E5AD2FB1A2B}">
      <dgm:prSet/>
      <dgm:spPr/>
      <dgm:t>
        <a:bodyPr/>
        <a:lstStyle/>
        <a:p>
          <a:r>
            <a:rPr lang="en-GB"/>
            <a:t>Provide different scalar values as inputs.</a:t>
          </a:r>
          <a:endParaRPr lang="en-US"/>
        </a:p>
      </dgm:t>
    </dgm:pt>
    <dgm:pt modelId="{FD730170-E077-4AA4-B567-72B4B438C066}" type="parTrans" cxnId="{9F2B3762-AC1A-450D-A578-08C323317CC9}">
      <dgm:prSet/>
      <dgm:spPr/>
      <dgm:t>
        <a:bodyPr/>
        <a:lstStyle/>
        <a:p>
          <a:endParaRPr lang="en-US"/>
        </a:p>
      </dgm:t>
    </dgm:pt>
    <dgm:pt modelId="{1614F5DC-412A-40E8-8D13-3691FCC6BFF9}" type="sibTrans" cxnId="{9F2B3762-AC1A-450D-A578-08C323317CC9}">
      <dgm:prSet/>
      <dgm:spPr/>
      <dgm:t>
        <a:bodyPr/>
        <a:lstStyle/>
        <a:p>
          <a:endParaRPr lang="en-US"/>
        </a:p>
      </dgm:t>
    </dgm:pt>
    <dgm:pt modelId="{73641B76-C17B-4671-861A-9A51AE13DB8C}">
      <dgm:prSet/>
      <dgm:spPr/>
      <dgm:t>
        <a:bodyPr/>
        <a:lstStyle/>
        <a:p>
          <a:r>
            <a:rPr lang="en-GB"/>
            <a:t>Train HTM and KNN classifiers with generated SDRs.</a:t>
          </a:r>
          <a:endParaRPr lang="en-US"/>
        </a:p>
      </dgm:t>
    </dgm:pt>
    <dgm:pt modelId="{52876472-6B7D-4BE1-8984-9C2B04249FB0}" type="parTrans" cxnId="{D517DB2F-70A3-4722-9B9A-3EEDEBF30759}">
      <dgm:prSet/>
      <dgm:spPr/>
      <dgm:t>
        <a:bodyPr/>
        <a:lstStyle/>
        <a:p>
          <a:endParaRPr lang="en-US"/>
        </a:p>
      </dgm:t>
    </dgm:pt>
    <dgm:pt modelId="{74358845-52D7-484D-B5EB-36423361BF35}" type="sibTrans" cxnId="{D517DB2F-70A3-4722-9B9A-3EEDEBF30759}">
      <dgm:prSet/>
      <dgm:spPr/>
      <dgm:t>
        <a:bodyPr/>
        <a:lstStyle/>
        <a:p>
          <a:endParaRPr lang="en-US"/>
        </a:p>
      </dgm:t>
    </dgm:pt>
    <dgm:pt modelId="{F9E2DE1E-9B55-4829-9DB6-DF06E9C690AF}">
      <dgm:prSet/>
      <dgm:spPr/>
      <dgm:t>
        <a:bodyPr/>
        <a:lstStyle/>
        <a:p>
          <a:r>
            <a:rPr lang="en-GB"/>
            <a:t>Reconstruct the original input using classifier predictions.</a:t>
          </a:r>
          <a:endParaRPr lang="en-US"/>
        </a:p>
      </dgm:t>
    </dgm:pt>
    <dgm:pt modelId="{00E420A0-269F-45B6-94E7-0D4DDEA4EC08}" type="parTrans" cxnId="{F869220D-11F7-4D8E-B0A9-6D8DD7437A23}">
      <dgm:prSet/>
      <dgm:spPr/>
      <dgm:t>
        <a:bodyPr/>
        <a:lstStyle/>
        <a:p>
          <a:endParaRPr lang="en-US"/>
        </a:p>
      </dgm:t>
    </dgm:pt>
    <dgm:pt modelId="{8841243C-935C-47BD-93DD-F3368E0B491D}" type="sibTrans" cxnId="{F869220D-11F7-4D8E-B0A9-6D8DD7437A23}">
      <dgm:prSet/>
      <dgm:spPr/>
      <dgm:t>
        <a:bodyPr/>
        <a:lstStyle/>
        <a:p>
          <a:endParaRPr lang="en-US"/>
        </a:p>
      </dgm:t>
    </dgm:pt>
    <dgm:pt modelId="{F0BBDB5F-0BFD-4BDC-BF5D-6083C3B56EDF}" type="pres">
      <dgm:prSet presAssocID="{C1089758-A4E7-449D-94D0-8DC807D94628}" presName="Name0" presStyleCnt="0">
        <dgm:presLayoutVars>
          <dgm:dir/>
          <dgm:resizeHandles val="exact"/>
        </dgm:presLayoutVars>
      </dgm:prSet>
      <dgm:spPr/>
    </dgm:pt>
    <dgm:pt modelId="{7CD1CE45-7E0A-4B76-B906-E5E723E31094}" type="pres">
      <dgm:prSet presAssocID="{34BE29C3-D1C2-408B-B2AB-E9C2EF9D0DC5}" presName="node" presStyleLbl="node1" presStyleIdx="0" presStyleCnt="4">
        <dgm:presLayoutVars>
          <dgm:bulletEnabled val="1"/>
        </dgm:presLayoutVars>
      </dgm:prSet>
      <dgm:spPr/>
    </dgm:pt>
    <dgm:pt modelId="{F82BCD51-8CF6-48B5-A9F5-200BCACBFEFE}" type="pres">
      <dgm:prSet presAssocID="{6F95530F-4217-4F55-AE6A-B5284014775E}" presName="sibTrans" presStyleLbl="sibTrans1D1" presStyleIdx="0" presStyleCnt="3"/>
      <dgm:spPr/>
    </dgm:pt>
    <dgm:pt modelId="{33BBEB79-41AB-423B-B96C-EA77A7547CF7}" type="pres">
      <dgm:prSet presAssocID="{6F95530F-4217-4F55-AE6A-B5284014775E}" presName="connectorText" presStyleLbl="sibTrans1D1" presStyleIdx="0" presStyleCnt="3"/>
      <dgm:spPr/>
    </dgm:pt>
    <dgm:pt modelId="{A1136A2B-3AE4-44AA-93D3-914F5D4ADB1A}" type="pres">
      <dgm:prSet presAssocID="{B08475BC-0FD1-49ED-AA34-3E5AD2FB1A2B}" presName="node" presStyleLbl="node1" presStyleIdx="1" presStyleCnt="4">
        <dgm:presLayoutVars>
          <dgm:bulletEnabled val="1"/>
        </dgm:presLayoutVars>
      </dgm:prSet>
      <dgm:spPr/>
    </dgm:pt>
    <dgm:pt modelId="{B63CD8FA-7A58-4A77-AC53-94024C4247EB}" type="pres">
      <dgm:prSet presAssocID="{1614F5DC-412A-40E8-8D13-3691FCC6BFF9}" presName="sibTrans" presStyleLbl="sibTrans1D1" presStyleIdx="1" presStyleCnt="3"/>
      <dgm:spPr/>
    </dgm:pt>
    <dgm:pt modelId="{733C5CC2-9D61-4DB3-B9B8-1C27645A2191}" type="pres">
      <dgm:prSet presAssocID="{1614F5DC-412A-40E8-8D13-3691FCC6BFF9}" presName="connectorText" presStyleLbl="sibTrans1D1" presStyleIdx="1" presStyleCnt="3"/>
      <dgm:spPr/>
    </dgm:pt>
    <dgm:pt modelId="{9AB5BA33-7193-47A4-9428-F4F2BE69514F}" type="pres">
      <dgm:prSet presAssocID="{73641B76-C17B-4671-861A-9A51AE13DB8C}" presName="node" presStyleLbl="node1" presStyleIdx="2" presStyleCnt="4">
        <dgm:presLayoutVars>
          <dgm:bulletEnabled val="1"/>
        </dgm:presLayoutVars>
      </dgm:prSet>
      <dgm:spPr/>
    </dgm:pt>
    <dgm:pt modelId="{FFB4B398-5907-4CFF-8239-DFC537533A6F}" type="pres">
      <dgm:prSet presAssocID="{74358845-52D7-484D-B5EB-36423361BF35}" presName="sibTrans" presStyleLbl="sibTrans1D1" presStyleIdx="2" presStyleCnt="3"/>
      <dgm:spPr/>
    </dgm:pt>
    <dgm:pt modelId="{3B81F8B6-071C-41E2-B05C-542034B9916C}" type="pres">
      <dgm:prSet presAssocID="{74358845-52D7-484D-B5EB-36423361BF35}" presName="connectorText" presStyleLbl="sibTrans1D1" presStyleIdx="2" presStyleCnt="3"/>
      <dgm:spPr/>
    </dgm:pt>
    <dgm:pt modelId="{41AEFCE8-685F-4746-9882-A89CF4E5E1ED}" type="pres">
      <dgm:prSet presAssocID="{F9E2DE1E-9B55-4829-9DB6-DF06E9C690AF}" presName="node" presStyleLbl="node1" presStyleIdx="3" presStyleCnt="4">
        <dgm:presLayoutVars>
          <dgm:bulletEnabled val="1"/>
        </dgm:presLayoutVars>
      </dgm:prSet>
      <dgm:spPr/>
    </dgm:pt>
  </dgm:ptLst>
  <dgm:cxnLst>
    <dgm:cxn modelId="{F869220D-11F7-4D8E-B0A9-6D8DD7437A23}" srcId="{C1089758-A4E7-449D-94D0-8DC807D94628}" destId="{F9E2DE1E-9B55-4829-9DB6-DF06E9C690AF}" srcOrd="3" destOrd="0" parTransId="{00E420A0-269F-45B6-94E7-0D4DDEA4EC08}" sibTransId="{8841243C-935C-47BD-93DD-F3368E0B491D}"/>
    <dgm:cxn modelId="{1FA8540E-0ACD-4288-9F9D-80E81B0B0013}" type="presOf" srcId="{73641B76-C17B-4671-861A-9A51AE13DB8C}" destId="{9AB5BA33-7193-47A4-9428-F4F2BE69514F}" srcOrd="0" destOrd="0" presId="urn:microsoft.com/office/officeart/2016/7/layout/RepeatingBendingProcessNew"/>
    <dgm:cxn modelId="{8E44041A-614D-48C2-B401-EBB27176C617}" type="presOf" srcId="{74358845-52D7-484D-B5EB-36423361BF35}" destId="{FFB4B398-5907-4CFF-8239-DFC537533A6F}" srcOrd="0" destOrd="0" presId="urn:microsoft.com/office/officeart/2016/7/layout/RepeatingBendingProcessNew"/>
    <dgm:cxn modelId="{DF90CF29-BF08-4D65-ABF0-5EF5A414FE9C}" srcId="{C1089758-A4E7-449D-94D0-8DC807D94628}" destId="{34BE29C3-D1C2-408B-B2AB-E9C2EF9D0DC5}" srcOrd="0" destOrd="0" parTransId="{2E123FED-7431-4936-95AC-A51191A7ED06}" sibTransId="{6F95530F-4217-4F55-AE6A-B5284014775E}"/>
    <dgm:cxn modelId="{D517DB2F-70A3-4722-9B9A-3EEDEBF30759}" srcId="{C1089758-A4E7-449D-94D0-8DC807D94628}" destId="{73641B76-C17B-4671-861A-9A51AE13DB8C}" srcOrd="2" destOrd="0" parTransId="{52876472-6B7D-4BE1-8984-9C2B04249FB0}" sibTransId="{74358845-52D7-484D-B5EB-36423361BF35}"/>
    <dgm:cxn modelId="{EA29B13F-CCD7-455A-ACF9-78BEEDBAF7EA}" type="presOf" srcId="{B08475BC-0FD1-49ED-AA34-3E5AD2FB1A2B}" destId="{A1136A2B-3AE4-44AA-93D3-914F5D4ADB1A}" srcOrd="0" destOrd="0" presId="urn:microsoft.com/office/officeart/2016/7/layout/RepeatingBendingProcessNew"/>
    <dgm:cxn modelId="{9F2B3762-AC1A-450D-A578-08C323317CC9}" srcId="{C1089758-A4E7-449D-94D0-8DC807D94628}" destId="{B08475BC-0FD1-49ED-AA34-3E5AD2FB1A2B}" srcOrd="1" destOrd="0" parTransId="{FD730170-E077-4AA4-B567-72B4B438C066}" sibTransId="{1614F5DC-412A-40E8-8D13-3691FCC6BFF9}"/>
    <dgm:cxn modelId="{FF7FD36A-A64A-4DD0-B221-796B656305D4}" type="presOf" srcId="{1614F5DC-412A-40E8-8D13-3691FCC6BFF9}" destId="{B63CD8FA-7A58-4A77-AC53-94024C4247EB}" srcOrd="0" destOrd="0" presId="urn:microsoft.com/office/officeart/2016/7/layout/RepeatingBendingProcessNew"/>
    <dgm:cxn modelId="{91768A7E-E238-430E-85F9-BBDF791A1297}" type="presOf" srcId="{6F95530F-4217-4F55-AE6A-B5284014775E}" destId="{33BBEB79-41AB-423B-B96C-EA77A7547CF7}" srcOrd="1" destOrd="0" presId="urn:microsoft.com/office/officeart/2016/7/layout/RepeatingBendingProcessNew"/>
    <dgm:cxn modelId="{CFF0B989-7EDC-4903-A02F-F9019984DCDB}" type="presOf" srcId="{6F95530F-4217-4F55-AE6A-B5284014775E}" destId="{F82BCD51-8CF6-48B5-A9F5-200BCACBFEFE}" srcOrd="0" destOrd="0" presId="urn:microsoft.com/office/officeart/2016/7/layout/RepeatingBendingProcessNew"/>
    <dgm:cxn modelId="{DDCA40D7-C9F5-4C72-8803-D880586E4F8B}" type="presOf" srcId="{C1089758-A4E7-449D-94D0-8DC807D94628}" destId="{F0BBDB5F-0BFD-4BDC-BF5D-6083C3B56EDF}" srcOrd="0" destOrd="0" presId="urn:microsoft.com/office/officeart/2016/7/layout/RepeatingBendingProcessNew"/>
    <dgm:cxn modelId="{6DD984D7-9F29-43F0-9AE4-5CCACD7CC53F}" type="presOf" srcId="{1614F5DC-412A-40E8-8D13-3691FCC6BFF9}" destId="{733C5CC2-9D61-4DB3-B9B8-1C27645A2191}" srcOrd="1" destOrd="0" presId="urn:microsoft.com/office/officeart/2016/7/layout/RepeatingBendingProcessNew"/>
    <dgm:cxn modelId="{2E9F6AEB-68DC-415F-9D23-31C2F815F816}" type="presOf" srcId="{F9E2DE1E-9B55-4829-9DB6-DF06E9C690AF}" destId="{41AEFCE8-685F-4746-9882-A89CF4E5E1ED}" srcOrd="0" destOrd="0" presId="urn:microsoft.com/office/officeart/2016/7/layout/RepeatingBendingProcessNew"/>
    <dgm:cxn modelId="{578A9FF3-A5C5-4B53-9624-991C0FDA13B2}" type="presOf" srcId="{74358845-52D7-484D-B5EB-36423361BF35}" destId="{3B81F8B6-071C-41E2-B05C-542034B9916C}" srcOrd="1" destOrd="0" presId="urn:microsoft.com/office/officeart/2016/7/layout/RepeatingBendingProcessNew"/>
    <dgm:cxn modelId="{D8D794F8-F9E6-4FF0-9B26-B097D2C00AF7}" type="presOf" srcId="{34BE29C3-D1C2-408B-B2AB-E9C2EF9D0DC5}" destId="{7CD1CE45-7E0A-4B76-B906-E5E723E31094}" srcOrd="0" destOrd="0" presId="urn:microsoft.com/office/officeart/2016/7/layout/RepeatingBendingProcessNew"/>
    <dgm:cxn modelId="{FF89745E-0B94-4182-89FC-7D05B52EB3E8}" type="presParOf" srcId="{F0BBDB5F-0BFD-4BDC-BF5D-6083C3B56EDF}" destId="{7CD1CE45-7E0A-4B76-B906-E5E723E31094}" srcOrd="0" destOrd="0" presId="urn:microsoft.com/office/officeart/2016/7/layout/RepeatingBendingProcessNew"/>
    <dgm:cxn modelId="{0FF33448-FC5A-4C15-9CFA-430DF2ECC5DE}" type="presParOf" srcId="{F0BBDB5F-0BFD-4BDC-BF5D-6083C3B56EDF}" destId="{F82BCD51-8CF6-48B5-A9F5-200BCACBFEFE}" srcOrd="1" destOrd="0" presId="urn:microsoft.com/office/officeart/2016/7/layout/RepeatingBendingProcessNew"/>
    <dgm:cxn modelId="{A2EC2537-BC90-44DE-B7E3-942CD5A430C6}" type="presParOf" srcId="{F82BCD51-8CF6-48B5-A9F5-200BCACBFEFE}" destId="{33BBEB79-41AB-423B-B96C-EA77A7547CF7}" srcOrd="0" destOrd="0" presId="urn:microsoft.com/office/officeart/2016/7/layout/RepeatingBendingProcessNew"/>
    <dgm:cxn modelId="{6A8576A7-75C9-4894-8C4E-0C5F4F764A60}" type="presParOf" srcId="{F0BBDB5F-0BFD-4BDC-BF5D-6083C3B56EDF}" destId="{A1136A2B-3AE4-44AA-93D3-914F5D4ADB1A}" srcOrd="2" destOrd="0" presId="urn:microsoft.com/office/officeart/2016/7/layout/RepeatingBendingProcessNew"/>
    <dgm:cxn modelId="{B1275925-D2F2-4100-89A4-991240A02078}" type="presParOf" srcId="{F0BBDB5F-0BFD-4BDC-BF5D-6083C3B56EDF}" destId="{B63CD8FA-7A58-4A77-AC53-94024C4247EB}" srcOrd="3" destOrd="0" presId="urn:microsoft.com/office/officeart/2016/7/layout/RepeatingBendingProcessNew"/>
    <dgm:cxn modelId="{BF700326-E31F-4170-81B1-439B89F29F65}" type="presParOf" srcId="{B63CD8FA-7A58-4A77-AC53-94024C4247EB}" destId="{733C5CC2-9D61-4DB3-B9B8-1C27645A2191}" srcOrd="0" destOrd="0" presId="urn:microsoft.com/office/officeart/2016/7/layout/RepeatingBendingProcessNew"/>
    <dgm:cxn modelId="{BD6B46D3-0941-4C02-8B23-D6A679CF9EF5}" type="presParOf" srcId="{F0BBDB5F-0BFD-4BDC-BF5D-6083C3B56EDF}" destId="{9AB5BA33-7193-47A4-9428-F4F2BE69514F}" srcOrd="4" destOrd="0" presId="urn:microsoft.com/office/officeart/2016/7/layout/RepeatingBendingProcessNew"/>
    <dgm:cxn modelId="{3CFD8FA6-8C6F-4ED3-9317-DC7AA5D72E4A}" type="presParOf" srcId="{F0BBDB5F-0BFD-4BDC-BF5D-6083C3B56EDF}" destId="{FFB4B398-5907-4CFF-8239-DFC537533A6F}" srcOrd="5" destOrd="0" presId="urn:microsoft.com/office/officeart/2016/7/layout/RepeatingBendingProcessNew"/>
    <dgm:cxn modelId="{D437C167-7FAE-494F-B3F9-1807E2F88A62}" type="presParOf" srcId="{FFB4B398-5907-4CFF-8239-DFC537533A6F}" destId="{3B81F8B6-071C-41E2-B05C-542034B9916C}" srcOrd="0" destOrd="0" presId="urn:microsoft.com/office/officeart/2016/7/layout/RepeatingBendingProcessNew"/>
    <dgm:cxn modelId="{D5E39BB2-18F6-424E-A314-C9BC83970ACA}" type="presParOf" srcId="{F0BBDB5F-0BFD-4BDC-BF5D-6083C3B56EDF}" destId="{41AEFCE8-685F-4746-9882-A89CF4E5E1ED}" srcOrd="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562B6A9-DC0C-43B7-84A3-F56779187918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6AFBF3F-C2AB-4A87-AD5B-B455906A7CDF}">
      <dgm:prSet/>
      <dgm:spPr/>
      <dgm:t>
        <a:bodyPr/>
        <a:lstStyle/>
        <a:p>
          <a:r>
            <a:rPr lang="en-GB" b="1"/>
            <a:t>HTM Classifier:</a:t>
          </a:r>
          <a:r>
            <a:rPr lang="en-GB"/>
            <a:t> Learns patterns and predicts original inputs.</a:t>
          </a:r>
          <a:endParaRPr lang="en-US"/>
        </a:p>
      </dgm:t>
    </dgm:pt>
    <dgm:pt modelId="{C791D152-AE9F-4BED-B2A7-2789D4C6FC26}" type="parTrans" cxnId="{EAC1F666-2D44-4ABD-BBBB-CFD916DB5693}">
      <dgm:prSet/>
      <dgm:spPr/>
      <dgm:t>
        <a:bodyPr/>
        <a:lstStyle/>
        <a:p>
          <a:endParaRPr lang="en-US"/>
        </a:p>
      </dgm:t>
    </dgm:pt>
    <dgm:pt modelId="{65651442-51A1-40DE-A668-D44931C2CD0B}" type="sibTrans" cxnId="{EAC1F666-2D44-4ABD-BBBB-CFD916DB5693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82F9B0CA-B470-4AEA-A1D3-2D9B579B9AE8}">
      <dgm:prSet/>
      <dgm:spPr/>
      <dgm:t>
        <a:bodyPr/>
        <a:lstStyle/>
        <a:p>
          <a:r>
            <a:rPr lang="en-GB" b="1"/>
            <a:t>KNN Classifier:</a:t>
          </a:r>
          <a:r>
            <a:rPr lang="en-GB"/>
            <a:t> Finds nearest SDR match to reconstruct input.</a:t>
          </a:r>
          <a:endParaRPr lang="en-US"/>
        </a:p>
      </dgm:t>
    </dgm:pt>
    <dgm:pt modelId="{189FF2E4-F765-495E-9711-1C44BE1DB735}" type="parTrans" cxnId="{0EC2CB0A-134F-4863-9D51-D99C23CB69EB}">
      <dgm:prSet/>
      <dgm:spPr/>
      <dgm:t>
        <a:bodyPr/>
        <a:lstStyle/>
        <a:p>
          <a:endParaRPr lang="en-US"/>
        </a:p>
      </dgm:t>
    </dgm:pt>
    <dgm:pt modelId="{2C158715-9EED-4B68-A4C5-6C3124B585D0}" type="sibTrans" cxnId="{0EC2CB0A-134F-4863-9D51-D99C23CB69EB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124B5AB7-FFA4-4C83-9303-28DA03795BC8}">
      <dgm:prSet/>
      <dgm:spPr/>
      <dgm:t>
        <a:bodyPr/>
        <a:lstStyle/>
        <a:p>
          <a:r>
            <a:rPr lang="en-GB" b="1"/>
            <a:t>Comparison:</a:t>
          </a:r>
          <a:r>
            <a:rPr lang="en-GB"/>
            <a:t> HTM leverages sequence memory, KNN relies on stored distances.</a:t>
          </a:r>
          <a:endParaRPr lang="en-US"/>
        </a:p>
      </dgm:t>
    </dgm:pt>
    <dgm:pt modelId="{53DC860A-FFA5-4A36-A00A-83B4CA3203A2}" type="parTrans" cxnId="{8C67D01B-CD48-4563-BB33-D625F3000971}">
      <dgm:prSet/>
      <dgm:spPr/>
      <dgm:t>
        <a:bodyPr/>
        <a:lstStyle/>
        <a:p>
          <a:endParaRPr lang="en-US"/>
        </a:p>
      </dgm:t>
    </dgm:pt>
    <dgm:pt modelId="{CAE0C2CF-0291-4B4F-BEC0-3FF83986BE4F}" type="sibTrans" cxnId="{8C67D01B-CD48-4563-BB33-D625F300097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FE49D15-651E-4E9F-843F-AD07A7EC0920}" type="pres">
      <dgm:prSet presAssocID="{F562B6A9-DC0C-43B7-84A3-F56779187918}" presName="Name0" presStyleCnt="0">
        <dgm:presLayoutVars>
          <dgm:animLvl val="lvl"/>
          <dgm:resizeHandles val="exact"/>
        </dgm:presLayoutVars>
      </dgm:prSet>
      <dgm:spPr/>
    </dgm:pt>
    <dgm:pt modelId="{AA2E2D4F-6AC5-4D37-978B-2A729F8294C6}" type="pres">
      <dgm:prSet presAssocID="{A6AFBF3F-C2AB-4A87-AD5B-B455906A7CDF}" presName="compositeNode" presStyleCnt="0">
        <dgm:presLayoutVars>
          <dgm:bulletEnabled val="1"/>
        </dgm:presLayoutVars>
      </dgm:prSet>
      <dgm:spPr/>
    </dgm:pt>
    <dgm:pt modelId="{F46FF24A-F85A-46DC-8529-635DC75096B2}" type="pres">
      <dgm:prSet presAssocID="{A6AFBF3F-C2AB-4A87-AD5B-B455906A7CDF}" presName="bgRect" presStyleLbl="bgAccFollowNode1" presStyleIdx="0" presStyleCnt="3"/>
      <dgm:spPr/>
    </dgm:pt>
    <dgm:pt modelId="{F45DB585-E403-4402-8A4F-6485F487C883}" type="pres">
      <dgm:prSet presAssocID="{65651442-51A1-40DE-A668-D44931C2CD0B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C0B4BE2D-DF1B-4EB0-8799-531F8B42A56E}" type="pres">
      <dgm:prSet presAssocID="{A6AFBF3F-C2AB-4A87-AD5B-B455906A7CDF}" presName="bottomLine" presStyleLbl="alignNode1" presStyleIdx="1" presStyleCnt="6">
        <dgm:presLayoutVars/>
      </dgm:prSet>
      <dgm:spPr/>
    </dgm:pt>
    <dgm:pt modelId="{75DD277C-01F8-4D0C-8D02-089544DF65C3}" type="pres">
      <dgm:prSet presAssocID="{A6AFBF3F-C2AB-4A87-AD5B-B455906A7CDF}" presName="nodeText" presStyleLbl="bgAccFollowNode1" presStyleIdx="0" presStyleCnt="3">
        <dgm:presLayoutVars>
          <dgm:bulletEnabled val="1"/>
        </dgm:presLayoutVars>
      </dgm:prSet>
      <dgm:spPr/>
    </dgm:pt>
    <dgm:pt modelId="{F8483CDB-CDCD-4D62-B750-65DF0F550499}" type="pres">
      <dgm:prSet presAssocID="{65651442-51A1-40DE-A668-D44931C2CD0B}" presName="sibTrans" presStyleCnt="0"/>
      <dgm:spPr/>
    </dgm:pt>
    <dgm:pt modelId="{81F6A1E1-D9E8-48BE-9A88-300F39424DD7}" type="pres">
      <dgm:prSet presAssocID="{82F9B0CA-B470-4AEA-A1D3-2D9B579B9AE8}" presName="compositeNode" presStyleCnt="0">
        <dgm:presLayoutVars>
          <dgm:bulletEnabled val="1"/>
        </dgm:presLayoutVars>
      </dgm:prSet>
      <dgm:spPr/>
    </dgm:pt>
    <dgm:pt modelId="{9919E635-EE80-461E-A2BF-88606B4AF14E}" type="pres">
      <dgm:prSet presAssocID="{82F9B0CA-B470-4AEA-A1D3-2D9B579B9AE8}" presName="bgRect" presStyleLbl="bgAccFollowNode1" presStyleIdx="1" presStyleCnt="3"/>
      <dgm:spPr/>
    </dgm:pt>
    <dgm:pt modelId="{2E7EC0F2-8A93-43E3-AACA-DDDCE68A1129}" type="pres">
      <dgm:prSet presAssocID="{2C158715-9EED-4B68-A4C5-6C3124B585D0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ADCE1794-04BE-41CE-9A55-13BB1514F21A}" type="pres">
      <dgm:prSet presAssocID="{82F9B0CA-B470-4AEA-A1D3-2D9B579B9AE8}" presName="bottomLine" presStyleLbl="alignNode1" presStyleIdx="3" presStyleCnt="6">
        <dgm:presLayoutVars/>
      </dgm:prSet>
      <dgm:spPr/>
    </dgm:pt>
    <dgm:pt modelId="{81A52668-3E71-4054-B61B-07C387D70A89}" type="pres">
      <dgm:prSet presAssocID="{82F9B0CA-B470-4AEA-A1D3-2D9B579B9AE8}" presName="nodeText" presStyleLbl="bgAccFollowNode1" presStyleIdx="1" presStyleCnt="3">
        <dgm:presLayoutVars>
          <dgm:bulletEnabled val="1"/>
        </dgm:presLayoutVars>
      </dgm:prSet>
      <dgm:spPr/>
    </dgm:pt>
    <dgm:pt modelId="{7C8AA1F9-27DB-4CC6-8152-82D93C2F125B}" type="pres">
      <dgm:prSet presAssocID="{2C158715-9EED-4B68-A4C5-6C3124B585D0}" presName="sibTrans" presStyleCnt="0"/>
      <dgm:spPr/>
    </dgm:pt>
    <dgm:pt modelId="{93BC483A-76DD-4C83-A4AD-BC7EFF574757}" type="pres">
      <dgm:prSet presAssocID="{124B5AB7-FFA4-4C83-9303-28DA03795BC8}" presName="compositeNode" presStyleCnt="0">
        <dgm:presLayoutVars>
          <dgm:bulletEnabled val="1"/>
        </dgm:presLayoutVars>
      </dgm:prSet>
      <dgm:spPr/>
    </dgm:pt>
    <dgm:pt modelId="{6138EDCD-BC00-4543-B24E-8DCBC56A3F1D}" type="pres">
      <dgm:prSet presAssocID="{124B5AB7-FFA4-4C83-9303-28DA03795BC8}" presName="bgRect" presStyleLbl="bgAccFollowNode1" presStyleIdx="2" presStyleCnt="3"/>
      <dgm:spPr/>
    </dgm:pt>
    <dgm:pt modelId="{215E42C7-E043-4310-8F2F-48B7C8C9E782}" type="pres">
      <dgm:prSet presAssocID="{CAE0C2CF-0291-4B4F-BEC0-3FF83986BE4F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434DCADE-C777-48FC-951B-3D4FB73422CF}" type="pres">
      <dgm:prSet presAssocID="{124B5AB7-FFA4-4C83-9303-28DA03795BC8}" presName="bottomLine" presStyleLbl="alignNode1" presStyleIdx="5" presStyleCnt="6">
        <dgm:presLayoutVars/>
      </dgm:prSet>
      <dgm:spPr/>
    </dgm:pt>
    <dgm:pt modelId="{63A9AADA-E33B-418B-8AB4-F7E1D2E717EE}" type="pres">
      <dgm:prSet presAssocID="{124B5AB7-FFA4-4C83-9303-28DA03795BC8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0EC2CB0A-134F-4863-9D51-D99C23CB69EB}" srcId="{F562B6A9-DC0C-43B7-84A3-F56779187918}" destId="{82F9B0CA-B470-4AEA-A1D3-2D9B579B9AE8}" srcOrd="1" destOrd="0" parTransId="{189FF2E4-F765-495E-9711-1C44BE1DB735}" sibTransId="{2C158715-9EED-4B68-A4C5-6C3124B585D0}"/>
    <dgm:cxn modelId="{190F8B16-D24E-4669-BF0F-5810F5FAA12B}" type="presOf" srcId="{124B5AB7-FFA4-4C83-9303-28DA03795BC8}" destId="{63A9AADA-E33B-418B-8AB4-F7E1D2E717EE}" srcOrd="1" destOrd="0" presId="urn:microsoft.com/office/officeart/2016/7/layout/BasicLinearProcessNumbered"/>
    <dgm:cxn modelId="{8C67D01B-CD48-4563-BB33-D625F3000971}" srcId="{F562B6A9-DC0C-43B7-84A3-F56779187918}" destId="{124B5AB7-FFA4-4C83-9303-28DA03795BC8}" srcOrd="2" destOrd="0" parTransId="{53DC860A-FFA5-4A36-A00A-83B4CA3203A2}" sibTransId="{CAE0C2CF-0291-4B4F-BEC0-3FF83986BE4F}"/>
    <dgm:cxn modelId="{DF69712E-1C03-4C2F-A6A9-39E5D8FD8D78}" type="presOf" srcId="{A6AFBF3F-C2AB-4A87-AD5B-B455906A7CDF}" destId="{F46FF24A-F85A-46DC-8529-635DC75096B2}" srcOrd="0" destOrd="0" presId="urn:microsoft.com/office/officeart/2016/7/layout/BasicLinearProcessNumbered"/>
    <dgm:cxn modelId="{4A17DB35-D68A-477E-9D87-9911DF1C8B27}" type="presOf" srcId="{2C158715-9EED-4B68-A4C5-6C3124B585D0}" destId="{2E7EC0F2-8A93-43E3-AACA-DDDCE68A1129}" srcOrd="0" destOrd="0" presId="urn:microsoft.com/office/officeart/2016/7/layout/BasicLinearProcessNumbered"/>
    <dgm:cxn modelId="{D558CE51-0611-47D1-A49E-B66EA0F3DB69}" type="presOf" srcId="{82F9B0CA-B470-4AEA-A1D3-2D9B579B9AE8}" destId="{9919E635-EE80-461E-A2BF-88606B4AF14E}" srcOrd="0" destOrd="0" presId="urn:microsoft.com/office/officeart/2016/7/layout/BasicLinearProcessNumbered"/>
    <dgm:cxn modelId="{4FF56B65-6BF5-4DE2-ACDD-35AE868FCBA6}" type="presOf" srcId="{65651442-51A1-40DE-A668-D44931C2CD0B}" destId="{F45DB585-E403-4402-8A4F-6485F487C883}" srcOrd="0" destOrd="0" presId="urn:microsoft.com/office/officeart/2016/7/layout/BasicLinearProcessNumbered"/>
    <dgm:cxn modelId="{EAC1F666-2D44-4ABD-BBBB-CFD916DB5693}" srcId="{F562B6A9-DC0C-43B7-84A3-F56779187918}" destId="{A6AFBF3F-C2AB-4A87-AD5B-B455906A7CDF}" srcOrd="0" destOrd="0" parTransId="{C791D152-AE9F-4BED-B2A7-2789D4C6FC26}" sibTransId="{65651442-51A1-40DE-A668-D44931C2CD0B}"/>
    <dgm:cxn modelId="{711DFD69-70E4-4172-90E1-F3F7CF020D27}" type="presOf" srcId="{124B5AB7-FFA4-4C83-9303-28DA03795BC8}" destId="{6138EDCD-BC00-4543-B24E-8DCBC56A3F1D}" srcOrd="0" destOrd="0" presId="urn:microsoft.com/office/officeart/2016/7/layout/BasicLinearProcessNumbered"/>
    <dgm:cxn modelId="{9428A782-B312-456C-B58E-0AC6718A0474}" type="presOf" srcId="{F562B6A9-DC0C-43B7-84A3-F56779187918}" destId="{DFE49D15-651E-4E9F-843F-AD07A7EC0920}" srcOrd="0" destOrd="0" presId="urn:microsoft.com/office/officeart/2016/7/layout/BasicLinearProcessNumbered"/>
    <dgm:cxn modelId="{9E630C84-EE16-480B-9DC9-B5538D21DA01}" type="presOf" srcId="{A6AFBF3F-C2AB-4A87-AD5B-B455906A7CDF}" destId="{75DD277C-01F8-4D0C-8D02-089544DF65C3}" srcOrd="1" destOrd="0" presId="urn:microsoft.com/office/officeart/2016/7/layout/BasicLinearProcessNumbered"/>
    <dgm:cxn modelId="{60EA4B97-E926-42EB-A0A1-88FFBDE7049C}" type="presOf" srcId="{82F9B0CA-B470-4AEA-A1D3-2D9B579B9AE8}" destId="{81A52668-3E71-4054-B61B-07C387D70A89}" srcOrd="1" destOrd="0" presId="urn:microsoft.com/office/officeart/2016/7/layout/BasicLinearProcessNumbered"/>
    <dgm:cxn modelId="{A0E8D1F7-D64B-4A72-83E5-5B0BD773403A}" type="presOf" srcId="{CAE0C2CF-0291-4B4F-BEC0-3FF83986BE4F}" destId="{215E42C7-E043-4310-8F2F-48B7C8C9E782}" srcOrd="0" destOrd="0" presId="urn:microsoft.com/office/officeart/2016/7/layout/BasicLinearProcessNumbered"/>
    <dgm:cxn modelId="{9B5B9624-E365-4BFE-806C-B84C059BA99D}" type="presParOf" srcId="{DFE49D15-651E-4E9F-843F-AD07A7EC0920}" destId="{AA2E2D4F-6AC5-4D37-978B-2A729F8294C6}" srcOrd="0" destOrd="0" presId="urn:microsoft.com/office/officeart/2016/7/layout/BasicLinearProcessNumbered"/>
    <dgm:cxn modelId="{90E89459-F4CF-4F2B-A0FD-E4C62C58955F}" type="presParOf" srcId="{AA2E2D4F-6AC5-4D37-978B-2A729F8294C6}" destId="{F46FF24A-F85A-46DC-8529-635DC75096B2}" srcOrd="0" destOrd="0" presId="urn:microsoft.com/office/officeart/2016/7/layout/BasicLinearProcessNumbered"/>
    <dgm:cxn modelId="{DAF46B5A-5803-4F92-9A8E-6291F0B13405}" type="presParOf" srcId="{AA2E2D4F-6AC5-4D37-978B-2A729F8294C6}" destId="{F45DB585-E403-4402-8A4F-6485F487C883}" srcOrd="1" destOrd="0" presId="urn:microsoft.com/office/officeart/2016/7/layout/BasicLinearProcessNumbered"/>
    <dgm:cxn modelId="{4AE4EF94-9067-4406-850F-3987DE8169E7}" type="presParOf" srcId="{AA2E2D4F-6AC5-4D37-978B-2A729F8294C6}" destId="{C0B4BE2D-DF1B-4EB0-8799-531F8B42A56E}" srcOrd="2" destOrd="0" presId="urn:microsoft.com/office/officeart/2016/7/layout/BasicLinearProcessNumbered"/>
    <dgm:cxn modelId="{6A82DA66-7B24-465D-8987-A86E41D34626}" type="presParOf" srcId="{AA2E2D4F-6AC5-4D37-978B-2A729F8294C6}" destId="{75DD277C-01F8-4D0C-8D02-089544DF65C3}" srcOrd="3" destOrd="0" presId="urn:microsoft.com/office/officeart/2016/7/layout/BasicLinearProcessNumbered"/>
    <dgm:cxn modelId="{A0950495-0231-42D1-B1BC-82AB17541DCD}" type="presParOf" srcId="{DFE49D15-651E-4E9F-843F-AD07A7EC0920}" destId="{F8483CDB-CDCD-4D62-B750-65DF0F550499}" srcOrd="1" destOrd="0" presId="urn:microsoft.com/office/officeart/2016/7/layout/BasicLinearProcessNumbered"/>
    <dgm:cxn modelId="{FFE5363C-AF27-424D-A434-8E7AF6E79769}" type="presParOf" srcId="{DFE49D15-651E-4E9F-843F-AD07A7EC0920}" destId="{81F6A1E1-D9E8-48BE-9A88-300F39424DD7}" srcOrd="2" destOrd="0" presId="urn:microsoft.com/office/officeart/2016/7/layout/BasicLinearProcessNumbered"/>
    <dgm:cxn modelId="{08D89FA5-3B8D-4D0D-A91A-8167EA1CFAF4}" type="presParOf" srcId="{81F6A1E1-D9E8-48BE-9A88-300F39424DD7}" destId="{9919E635-EE80-461E-A2BF-88606B4AF14E}" srcOrd="0" destOrd="0" presId="urn:microsoft.com/office/officeart/2016/7/layout/BasicLinearProcessNumbered"/>
    <dgm:cxn modelId="{4916D26D-4280-4531-BD22-74295982C889}" type="presParOf" srcId="{81F6A1E1-D9E8-48BE-9A88-300F39424DD7}" destId="{2E7EC0F2-8A93-43E3-AACA-DDDCE68A1129}" srcOrd="1" destOrd="0" presId="urn:microsoft.com/office/officeart/2016/7/layout/BasicLinearProcessNumbered"/>
    <dgm:cxn modelId="{467BB013-DC97-4697-BABB-95C003CFD08A}" type="presParOf" srcId="{81F6A1E1-D9E8-48BE-9A88-300F39424DD7}" destId="{ADCE1794-04BE-41CE-9A55-13BB1514F21A}" srcOrd="2" destOrd="0" presId="urn:microsoft.com/office/officeart/2016/7/layout/BasicLinearProcessNumbered"/>
    <dgm:cxn modelId="{172EC87C-DB4A-4AAE-A12A-B4264839E51E}" type="presParOf" srcId="{81F6A1E1-D9E8-48BE-9A88-300F39424DD7}" destId="{81A52668-3E71-4054-B61B-07C387D70A89}" srcOrd="3" destOrd="0" presId="urn:microsoft.com/office/officeart/2016/7/layout/BasicLinearProcessNumbered"/>
    <dgm:cxn modelId="{17384A59-08CF-4E47-BB68-2A8A0A80E2DA}" type="presParOf" srcId="{DFE49D15-651E-4E9F-843F-AD07A7EC0920}" destId="{7C8AA1F9-27DB-4CC6-8152-82D93C2F125B}" srcOrd="3" destOrd="0" presId="urn:microsoft.com/office/officeart/2016/7/layout/BasicLinearProcessNumbered"/>
    <dgm:cxn modelId="{ACAA1DDC-4A58-4B5D-BB37-2C4E21ECD101}" type="presParOf" srcId="{DFE49D15-651E-4E9F-843F-AD07A7EC0920}" destId="{93BC483A-76DD-4C83-A4AD-BC7EFF574757}" srcOrd="4" destOrd="0" presId="urn:microsoft.com/office/officeart/2016/7/layout/BasicLinearProcessNumbered"/>
    <dgm:cxn modelId="{6424B759-317B-4F61-AA87-2E0D51431BC6}" type="presParOf" srcId="{93BC483A-76DD-4C83-A4AD-BC7EFF574757}" destId="{6138EDCD-BC00-4543-B24E-8DCBC56A3F1D}" srcOrd="0" destOrd="0" presId="urn:microsoft.com/office/officeart/2016/7/layout/BasicLinearProcessNumbered"/>
    <dgm:cxn modelId="{961E3D5E-C3DB-42D8-AFA5-A6BB502AE6E1}" type="presParOf" srcId="{93BC483A-76DD-4C83-A4AD-BC7EFF574757}" destId="{215E42C7-E043-4310-8F2F-48B7C8C9E782}" srcOrd="1" destOrd="0" presId="urn:microsoft.com/office/officeart/2016/7/layout/BasicLinearProcessNumbered"/>
    <dgm:cxn modelId="{5D8AAABB-1EC3-432D-8BC4-B354C6293FE0}" type="presParOf" srcId="{93BC483A-76DD-4C83-A4AD-BC7EFF574757}" destId="{434DCADE-C777-48FC-951B-3D4FB73422CF}" srcOrd="2" destOrd="0" presId="urn:microsoft.com/office/officeart/2016/7/layout/BasicLinearProcessNumbered"/>
    <dgm:cxn modelId="{2F1BD403-9706-4BE0-9CAC-1AA769918502}" type="presParOf" srcId="{93BC483A-76DD-4C83-A4AD-BC7EFF574757}" destId="{63A9AADA-E33B-418B-8AB4-F7E1D2E717EE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3079F1-892E-4548-9030-F7C65D71655C}">
      <dsp:nvSpPr>
        <dsp:cNvPr id="0" name=""/>
        <dsp:cNvSpPr/>
      </dsp:nvSpPr>
      <dsp:spPr>
        <a:xfrm>
          <a:off x="257251" y="650883"/>
          <a:ext cx="917748" cy="91774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31D96B-275A-41F7-A971-A7D51D391B25}">
      <dsp:nvSpPr>
        <dsp:cNvPr id="0" name=""/>
        <dsp:cNvSpPr/>
      </dsp:nvSpPr>
      <dsp:spPr>
        <a:xfrm>
          <a:off x="449978" y="843610"/>
          <a:ext cx="532294" cy="53229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31FB22-6CBF-47ED-AB0F-B78D77CDA5C3}">
      <dsp:nvSpPr>
        <dsp:cNvPr id="0" name=""/>
        <dsp:cNvSpPr/>
      </dsp:nvSpPr>
      <dsp:spPr>
        <a:xfrm>
          <a:off x="1371660" y="650883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The objective of this study is to investigate the reconstruction of inputs in </a:t>
          </a:r>
          <a:r>
            <a:rPr lang="en-GB" sz="1100" b="1" kern="1200"/>
            <a:t>Hierarchical Temporal Memory (HTM)</a:t>
          </a:r>
          <a:r>
            <a:rPr lang="en-GB" sz="1100" kern="1200"/>
            <a:t> networks using classifiers. Specifically, the study aims to:</a:t>
          </a:r>
          <a:endParaRPr lang="en-US" sz="1100" kern="1200"/>
        </a:p>
      </dsp:txBody>
      <dsp:txXfrm>
        <a:off x="1371660" y="650883"/>
        <a:ext cx="2163264" cy="917748"/>
      </dsp:txXfrm>
    </dsp:sp>
    <dsp:sp modelId="{82D3FD3F-5A11-43FD-9293-82B6415EFC0B}">
      <dsp:nvSpPr>
        <dsp:cNvPr id="0" name=""/>
        <dsp:cNvSpPr/>
      </dsp:nvSpPr>
      <dsp:spPr>
        <a:xfrm>
          <a:off x="3911857" y="650883"/>
          <a:ext cx="917748" cy="91774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D1E378-5668-4DC2-BE9A-354CCB11833C}">
      <dsp:nvSpPr>
        <dsp:cNvPr id="0" name=""/>
        <dsp:cNvSpPr/>
      </dsp:nvSpPr>
      <dsp:spPr>
        <a:xfrm>
          <a:off x="4104584" y="843610"/>
          <a:ext cx="532294" cy="53229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A07C9C-5CCE-4DF0-AF25-5BF956BD1053}">
      <dsp:nvSpPr>
        <dsp:cNvPr id="0" name=""/>
        <dsp:cNvSpPr/>
      </dsp:nvSpPr>
      <dsp:spPr>
        <a:xfrm>
          <a:off x="5026266" y="650883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Implement Input Reconstruction</a:t>
          </a:r>
          <a:r>
            <a:rPr lang="en-GB" sz="1100" kern="1200"/>
            <a:t> using the </a:t>
          </a:r>
          <a:r>
            <a:rPr lang="en-GB" sz="1100" b="1" kern="1200"/>
            <a:t>IClassifier</a:t>
          </a:r>
          <a:r>
            <a:rPr lang="en-GB" sz="1100" kern="1200"/>
            <a:t> interface in HTM.</a:t>
          </a:r>
          <a:endParaRPr lang="en-US" sz="1100" kern="1200"/>
        </a:p>
      </dsp:txBody>
      <dsp:txXfrm>
        <a:off x="5026266" y="650883"/>
        <a:ext cx="2163264" cy="917748"/>
      </dsp:txXfrm>
    </dsp:sp>
    <dsp:sp modelId="{4756A731-F3AB-464A-BDA2-4ED464865119}">
      <dsp:nvSpPr>
        <dsp:cNvPr id="0" name=""/>
        <dsp:cNvSpPr/>
      </dsp:nvSpPr>
      <dsp:spPr>
        <a:xfrm>
          <a:off x="7566463" y="650883"/>
          <a:ext cx="917748" cy="91774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FF230D-58A4-42AE-886B-57126257F776}">
      <dsp:nvSpPr>
        <dsp:cNvPr id="0" name=""/>
        <dsp:cNvSpPr/>
      </dsp:nvSpPr>
      <dsp:spPr>
        <a:xfrm>
          <a:off x="7759190" y="843610"/>
          <a:ext cx="532294" cy="53229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E029EA-D13A-4902-8019-6BB945011DE9}">
      <dsp:nvSpPr>
        <dsp:cNvPr id="0" name=""/>
        <dsp:cNvSpPr/>
      </dsp:nvSpPr>
      <dsp:spPr>
        <a:xfrm>
          <a:off x="8680872" y="650883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Run and Extend the SpatialLearning Experiment</a:t>
          </a:r>
          <a:r>
            <a:rPr lang="en-GB" sz="1100" kern="1200"/>
            <a:t> to test input regeneration.</a:t>
          </a:r>
          <a:endParaRPr lang="en-US" sz="1100" kern="1200"/>
        </a:p>
      </dsp:txBody>
      <dsp:txXfrm>
        <a:off x="8680872" y="650883"/>
        <a:ext cx="2163264" cy="917748"/>
      </dsp:txXfrm>
    </dsp:sp>
    <dsp:sp modelId="{DF683A53-6133-4C25-9806-22A5A49FD6B6}">
      <dsp:nvSpPr>
        <dsp:cNvPr id="0" name=""/>
        <dsp:cNvSpPr/>
      </dsp:nvSpPr>
      <dsp:spPr>
        <a:xfrm>
          <a:off x="257251" y="2211204"/>
          <a:ext cx="917748" cy="9177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8D791D-1E0E-41AB-AD90-A9E41671D04B}">
      <dsp:nvSpPr>
        <dsp:cNvPr id="0" name=""/>
        <dsp:cNvSpPr/>
      </dsp:nvSpPr>
      <dsp:spPr>
        <a:xfrm>
          <a:off x="449978" y="2403931"/>
          <a:ext cx="532294" cy="53229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4F89D3-70B1-4D87-8D5C-E1DD9FA5E2F6}">
      <dsp:nvSpPr>
        <dsp:cNvPr id="0" name=""/>
        <dsp:cNvSpPr/>
      </dsp:nvSpPr>
      <dsp:spPr>
        <a:xfrm>
          <a:off x="1371660" y="2211204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Visualize Similarity Graphs</a:t>
          </a:r>
          <a:r>
            <a:rPr lang="en-GB" sz="1100" kern="1200"/>
            <a:t> comparing original inputs and reconstructed inputs for both </a:t>
          </a:r>
          <a:r>
            <a:rPr lang="en-GB" sz="1100" b="1" kern="1200"/>
            <a:t>HtmClassifier</a:t>
          </a:r>
          <a:r>
            <a:rPr lang="en-GB" sz="1100" kern="1200"/>
            <a:t> and </a:t>
          </a:r>
          <a:r>
            <a:rPr lang="en-GB" sz="1100" b="1" kern="1200"/>
            <a:t>KNN Classifier</a:t>
          </a:r>
          <a:r>
            <a:rPr lang="en-GB" sz="1100" kern="1200"/>
            <a:t>.</a:t>
          </a:r>
          <a:endParaRPr lang="en-US" sz="1100" kern="1200"/>
        </a:p>
      </dsp:txBody>
      <dsp:txXfrm>
        <a:off x="1371660" y="2211204"/>
        <a:ext cx="2163264" cy="917748"/>
      </dsp:txXfrm>
    </dsp:sp>
    <dsp:sp modelId="{0F5983A0-AB29-46AC-8EEE-FBCE57B6D86E}">
      <dsp:nvSpPr>
        <dsp:cNvPr id="0" name=""/>
        <dsp:cNvSpPr/>
      </dsp:nvSpPr>
      <dsp:spPr>
        <a:xfrm>
          <a:off x="3911857" y="2211204"/>
          <a:ext cx="917748" cy="917748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68F773-54B3-4DD2-B6C7-7879830A2A26}">
      <dsp:nvSpPr>
        <dsp:cNvPr id="0" name=""/>
        <dsp:cNvSpPr/>
      </dsp:nvSpPr>
      <dsp:spPr>
        <a:xfrm>
          <a:off x="4104584" y="2403931"/>
          <a:ext cx="532294" cy="53229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25B070-21A5-486D-8939-5303C4C11858}">
      <dsp:nvSpPr>
        <dsp:cNvPr id="0" name=""/>
        <dsp:cNvSpPr/>
      </dsp:nvSpPr>
      <dsp:spPr>
        <a:xfrm>
          <a:off x="5026266" y="2211204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Calculate Similarity Metrics</a:t>
          </a:r>
          <a:r>
            <a:rPr lang="en-GB" sz="1100" kern="1200"/>
            <a:t> to assess the accuracy of the reconstructed inputs against the original encoded inputs.</a:t>
          </a:r>
          <a:endParaRPr lang="en-US" sz="1100" kern="1200"/>
        </a:p>
      </dsp:txBody>
      <dsp:txXfrm>
        <a:off x="5026266" y="2211204"/>
        <a:ext cx="2163264" cy="9177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6DCCE4-B2C1-4968-BE36-A03E06E54FB9}">
      <dsp:nvSpPr>
        <dsp:cNvPr id="0" name=""/>
        <dsp:cNvSpPr/>
      </dsp:nvSpPr>
      <dsp:spPr>
        <a:xfrm>
          <a:off x="0" y="698"/>
          <a:ext cx="6408738" cy="163416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47E56A-71BB-4580-8D25-2D6CEC6A2FFD}">
      <dsp:nvSpPr>
        <dsp:cNvPr id="0" name=""/>
        <dsp:cNvSpPr/>
      </dsp:nvSpPr>
      <dsp:spPr>
        <a:xfrm>
          <a:off x="494334" y="368384"/>
          <a:ext cx="898789" cy="89878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1CA04A-C186-45D1-B68B-96014F191099}">
      <dsp:nvSpPr>
        <dsp:cNvPr id="0" name=""/>
        <dsp:cNvSpPr/>
      </dsp:nvSpPr>
      <dsp:spPr>
        <a:xfrm>
          <a:off x="1887457" y="698"/>
          <a:ext cx="4521280" cy="1634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949" tIns="172949" rIns="172949" bIns="172949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HTM Classifier:</a:t>
          </a:r>
          <a:r>
            <a:rPr lang="en-GB" sz="2300" kern="1200"/>
            <a:t> Learns patterns from SDRs (Sparse Distributed Representations).</a:t>
          </a:r>
          <a:endParaRPr lang="en-US" sz="2300" kern="1200"/>
        </a:p>
      </dsp:txBody>
      <dsp:txXfrm>
        <a:off x="1887457" y="698"/>
        <a:ext cx="4521280" cy="1634162"/>
      </dsp:txXfrm>
    </dsp:sp>
    <dsp:sp modelId="{7B70C574-8017-4A0B-9262-CA8F1653A6C5}">
      <dsp:nvSpPr>
        <dsp:cNvPr id="0" name=""/>
        <dsp:cNvSpPr/>
      </dsp:nvSpPr>
      <dsp:spPr>
        <a:xfrm>
          <a:off x="0" y="2043401"/>
          <a:ext cx="6408738" cy="163416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A84A99-FB62-478F-8931-EE137927CAD3}">
      <dsp:nvSpPr>
        <dsp:cNvPr id="0" name=""/>
        <dsp:cNvSpPr/>
      </dsp:nvSpPr>
      <dsp:spPr>
        <a:xfrm>
          <a:off x="494334" y="2411088"/>
          <a:ext cx="898789" cy="89878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6B5AC6-A9AD-4CD5-9AC9-C6E844BF8602}">
      <dsp:nvSpPr>
        <dsp:cNvPr id="0" name=""/>
        <dsp:cNvSpPr/>
      </dsp:nvSpPr>
      <dsp:spPr>
        <a:xfrm>
          <a:off x="1887457" y="2043401"/>
          <a:ext cx="4521280" cy="1634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949" tIns="172949" rIns="172949" bIns="172949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KNN Classifier:</a:t>
          </a:r>
          <a:r>
            <a:rPr lang="en-GB" sz="2300" kern="1200"/>
            <a:t> Uses stored examples to classify new inputs based on nearest neighbors.</a:t>
          </a:r>
          <a:endParaRPr lang="en-US" sz="2300" kern="1200"/>
        </a:p>
      </dsp:txBody>
      <dsp:txXfrm>
        <a:off x="1887457" y="2043401"/>
        <a:ext cx="4521280" cy="1634162"/>
      </dsp:txXfrm>
    </dsp:sp>
    <dsp:sp modelId="{C2F76397-63A4-4672-AE7A-4B49CD6F58E6}">
      <dsp:nvSpPr>
        <dsp:cNvPr id="0" name=""/>
        <dsp:cNvSpPr/>
      </dsp:nvSpPr>
      <dsp:spPr>
        <a:xfrm>
          <a:off x="0" y="4086104"/>
          <a:ext cx="6408738" cy="163416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75D4E3-89BD-4DBD-98BB-5F5CFA551E4D}">
      <dsp:nvSpPr>
        <dsp:cNvPr id="0" name=""/>
        <dsp:cNvSpPr/>
      </dsp:nvSpPr>
      <dsp:spPr>
        <a:xfrm>
          <a:off x="494334" y="4453791"/>
          <a:ext cx="898789" cy="89878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27BC3E-6BE9-4868-AAEC-D0BB21C622F9}">
      <dsp:nvSpPr>
        <dsp:cNvPr id="0" name=""/>
        <dsp:cNvSpPr/>
      </dsp:nvSpPr>
      <dsp:spPr>
        <a:xfrm>
          <a:off x="1887457" y="4086104"/>
          <a:ext cx="4521280" cy="1634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949" tIns="172949" rIns="172949" bIns="172949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Why Classifiers?</a:t>
          </a:r>
          <a:r>
            <a:rPr lang="en-GB" sz="2300" kern="1200"/>
            <a:t> Used to reconstruct the original input from SDRs.</a:t>
          </a:r>
          <a:endParaRPr lang="en-US" sz="2300" kern="1200"/>
        </a:p>
      </dsp:txBody>
      <dsp:txXfrm>
        <a:off x="1887457" y="4086104"/>
        <a:ext cx="4521280" cy="16341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D2203E-BFA2-49D2-A7C3-035FF597D4AB}">
      <dsp:nvSpPr>
        <dsp:cNvPr id="0" name=""/>
        <dsp:cNvSpPr/>
      </dsp:nvSpPr>
      <dsp:spPr>
        <a:xfrm>
          <a:off x="0" y="4335442"/>
          <a:ext cx="6408738" cy="142298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KNN Classifier reconstructs input based on stored nearest neighbors.</a:t>
          </a:r>
          <a:endParaRPr lang="en-US" sz="2700" kern="1200"/>
        </a:p>
      </dsp:txBody>
      <dsp:txXfrm>
        <a:off x="0" y="4335442"/>
        <a:ext cx="6408738" cy="1422989"/>
      </dsp:txXfrm>
    </dsp:sp>
    <dsp:sp modelId="{98738FCD-D500-4FE1-8089-0C0E4D1AEEDF}">
      <dsp:nvSpPr>
        <dsp:cNvPr id="0" name=""/>
        <dsp:cNvSpPr/>
      </dsp:nvSpPr>
      <dsp:spPr>
        <a:xfrm rot="10800000">
          <a:off x="0" y="2168230"/>
          <a:ext cx="6408738" cy="2188557"/>
        </a:xfrm>
        <a:prstGeom prst="upArrowCallout">
          <a:avLst/>
        </a:prstGeom>
        <a:solidFill>
          <a:schemeClr val="accent2">
            <a:hueOff val="-2968397"/>
            <a:satOff val="0"/>
            <a:lumOff val="-1205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HTM Classifier predicts input using past SDR patterns.</a:t>
          </a:r>
          <a:endParaRPr lang="en-US" sz="2700" kern="1200"/>
        </a:p>
      </dsp:txBody>
      <dsp:txXfrm rot="10800000">
        <a:off x="0" y="2168230"/>
        <a:ext cx="6408738" cy="1422059"/>
      </dsp:txXfrm>
    </dsp:sp>
    <dsp:sp modelId="{6230A2EC-CD2F-489D-A596-D7D644DB7E7F}">
      <dsp:nvSpPr>
        <dsp:cNvPr id="0" name=""/>
        <dsp:cNvSpPr/>
      </dsp:nvSpPr>
      <dsp:spPr>
        <a:xfrm rot="10800000">
          <a:off x="0" y="1018"/>
          <a:ext cx="6408738" cy="2188557"/>
        </a:xfrm>
        <a:prstGeom prst="upArrowCallout">
          <a:avLst/>
        </a:prstGeom>
        <a:solidFill>
          <a:schemeClr val="accent2">
            <a:hueOff val="-5936795"/>
            <a:satOff val="0"/>
            <a:lumOff val="-241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b="1" kern="1200"/>
            <a:t>Process:</a:t>
          </a:r>
          <a:endParaRPr lang="en-US" sz="2700" kern="1200"/>
        </a:p>
      </dsp:txBody>
      <dsp:txXfrm rot="-10800000">
        <a:off x="0" y="1018"/>
        <a:ext cx="6408738" cy="768183"/>
      </dsp:txXfrm>
    </dsp:sp>
    <dsp:sp modelId="{AF238E76-EFB7-41AA-918F-86A77962C51C}">
      <dsp:nvSpPr>
        <dsp:cNvPr id="0" name=""/>
        <dsp:cNvSpPr/>
      </dsp:nvSpPr>
      <dsp:spPr>
        <a:xfrm>
          <a:off x="0" y="769201"/>
          <a:ext cx="3204369" cy="65437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/>
            <a:t>INPUT → SCALAR ENCODER → SP → SDR → HTM CLASSIFIER → INPUT</a:t>
          </a:r>
          <a:endParaRPr lang="en-US" sz="1400" kern="1200"/>
        </a:p>
      </dsp:txBody>
      <dsp:txXfrm>
        <a:off x="0" y="769201"/>
        <a:ext cx="3204369" cy="654378"/>
      </dsp:txXfrm>
    </dsp:sp>
    <dsp:sp modelId="{317257A7-E36F-407A-BA68-7E4B957235C6}">
      <dsp:nvSpPr>
        <dsp:cNvPr id="0" name=""/>
        <dsp:cNvSpPr/>
      </dsp:nvSpPr>
      <dsp:spPr>
        <a:xfrm>
          <a:off x="3204369" y="769201"/>
          <a:ext cx="3204369" cy="654378"/>
        </a:xfrm>
        <a:prstGeom prst="rect">
          <a:avLst/>
        </a:prstGeom>
        <a:solidFill>
          <a:schemeClr val="accent2">
            <a:tint val="40000"/>
            <a:alpha val="90000"/>
            <a:hueOff val="-6472109"/>
            <a:satOff val="-49567"/>
            <a:lumOff val="-419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472109"/>
              <a:satOff val="-49567"/>
              <a:lumOff val="-419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/>
            <a:t>INPUT → SCALAR ENCODER → SP → SDR → KNN CLASSIFIER → INPUT</a:t>
          </a:r>
          <a:endParaRPr lang="en-US" sz="1400" kern="1200"/>
        </a:p>
      </dsp:txBody>
      <dsp:txXfrm>
        <a:off x="3204369" y="769201"/>
        <a:ext cx="3204369" cy="6543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37EE48-F83F-4406-857D-22ECE467FC6A}">
      <dsp:nvSpPr>
        <dsp:cNvPr id="0" name=""/>
        <dsp:cNvSpPr/>
      </dsp:nvSpPr>
      <dsp:spPr>
        <a:xfrm>
          <a:off x="77723" y="1856044"/>
          <a:ext cx="827858" cy="82785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E58F56-38EE-4F48-9A6A-34E4A3059AC6}">
      <dsp:nvSpPr>
        <dsp:cNvPr id="0" name=""/>
        <dsp:cNvSpPr/>
      </dsp:nvSpPr>
      <dsp:spPr>
        <a:xfrm>
          <a:off x="251574" y="2029895"/>
          <a:ext cx="480158" cy="48015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49BEA2-3FD0-4E25-897E-E9FCF369D8F0}">
      <dsp:nvSpPr>
        <dsp:cNvPr id="0" name=""/>
        <dsp:cNvSpPr/>
      </dsp:nvSpPr>
      <dsp:spPr>
        <a:xfrm>
          <a:off x="1082980" y="1856044"/>
          <a:ext cx="1951381" cy="827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Implement a reconstruction experiment using HTM and KNN classifiers.</a:t>
          </a:r>
          <a:endParaRPr lang="en-US" sz="1400" kern="1200"/>
        </a:p>
      </dsp:txBody>
      <dsp:txXfrm>
        <a:off x="1082980" y="1856044"/>
        <a:ext cx="1951381" cy="827858"/>
      </dsp:txXfrm>
    </dsp:sp>
    <dsp:sp modelId="{5CB5A687-CC7B-43C2-BEA5-D01F150066A4}">
      <dsp:nvSpPr>
        <dsp:cNvPr id="0" name=""/>
        <dsp:cNvSpPr/>
      </dsp:nvSpPr>
      <dsp:spPr>
        <a:xfrm>
          <a:off x="3374375" y="1856044"/>
          <a:ext cx="827858" cy="82785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9B30AD-406F-4143-B37F-A87FF11BAD02}">
      <dsp:nvSpPr>
        <dsp:cNvPr id="0" name=""/>
        <dsp:cNvSpPr/>
      </dsp:nvSpPr>
      <dsp:spPr>
        <a:xfrm>
          <a:off x="3548226" y="2029895"/>
          <a:ext cx="480158" cy="48015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96F5BB-6DB4-4CEC-9D8E-FC6109769168}">
      <dsp:nvSpPr>
        <dsp:cNvPr id="0" name=""/>
        <dsp:cNvSpPr/>
      </dsp:nvSpPr>
      <dsp:spPr>
        <a:xfrm>
          <a:off x="4379632" y="1856044"/>
          <a:ext cx="1951381" cy="827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Train the classifiers using SDR representations of scalar-encoded inputs.</a:t>
          </a:r>
          <a:endParaRPr lang="en-US" sz="1400" kern="1200"/>
        </a:p>
      </dsp:txBody>
      <dsp:txXfrm>
        <a:off x="4379632" y="1856044"/>
        <a:ext cx="1951381" cy="827858"/>
      </dsp:txXfrm>
    </dsp:sp>
    <dsp:sp modelId="{2775EB71-A0BF-4135-8DC9-52DE989335DE}">
      <dsp:nvSpPr>
        <dsp:cNvPr id="0" name=""/>
        <dsp:cNvSpPr/>
      </dsp:nvSpPr>
      <dsp:spPr>
        <a:xfrm>
          <a:off x="77723" y="3075546"/>
          <a:ext cx="827858" cy="82785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90A2AE-A541-4F28-9210-3EBF9F45F0B3}">
      <dsp:nvSpPr>
        <dsp:cNvPr id="0" name=""/>
        <dsp:cNvSpPr/>
      </dsp:nvSpPr>
      <dsp:spPr>
        <a:xfrm>
          <a:off x="251574" y="3249396"/>
          <a:ext cx="480158" cy="48015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4C382F-5772-4D4E-A2FA-D66C1BE310CE}">
      <dsp:nvSpPr>
        <dsp:cNvPr id="0" name=""/>
        <dsp:cNvSpPr/>
      </dsp:nvSpPr>
      <dsp:spPr>
        <a:xfrm>
          <a:off x="1082980" y="3075546"/>
          <a:ext cx="1951381" cy="827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Compare the reconstructed input with the original.</a:t>
          </a:r>
          <a:endParaRPr lang="en-US" sz="1400" kern="1200"/>
        </a:p>
      </dsp:txBody>
      <dsp:txXfrm>
        <a:off x="1082980" y="3075546"/>
        <a:ext cx="1951381" cy="82785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9D8E43-7838-43DF-BE20-9A88CD2313F7}">
      <dsp:nvSpPr>
        <dsp:cNvPr id="0" name=""/>
        <dsp:cNvSpPr/>
      </dsp:nvSpPr>
      <dsp:spPr>
        <a:xfrm>
          <a:off x="0" y="0"/>
          <a:ext cx="3469183" cy="377983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Implement a reconstruction experiment using HTM and KNN classifiers.</a:t>
          </a:r>
          <a:endParaRPr lang="en-US" sz="2300" kern="1200"/>
        </a:p>
      </dsp:txBody>
      <dsp:txXfrm>
        <a:off x="0" y="1436338"/>
        <a:ext cx="3469183" cy="2267902"/>
      </dsp:txXfrm>
    </dsp:sp>
    <dsp:sp modelId="{FC8E995B-D399-4CB7-892C-17015001A852}">
      <dsp:nvSpPr>
        <dsp:cNvPr id="0" name=""/>
        <dsp:cNvSpPr/>
      </dsp:nvSpPr>
      <dsp:spPr>
        <a:xfrm>
          <a:off x="1167616" y="377983"/>
          <a:ext cx="1133951" cy="113395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333679" y="544046"/>
        <a:ext cx="801825" cy="801825"/>
      </dsp:txXfrm>
    </dsp:sp>
    <dsp:sp modelId="{0B218DBE-D404-4E8B-918E-5E7372E9D57A}">
      <dsp:nvSpPr>
        <dsp:cNvPr id="0" name=""/>
        <dsp:cNvSpPr/>
      </dsp:nvSpPr>
      <dsp:spPr>
        <a:xfrm>
          <a:off x="0" y="3779765"/>
          <a:ext cx="3469183" cy="72"/>
        </a:xfrm>
        <a:prstGeom prst="rect">
          <a:avLst/>
        </a:prstGeom>
        <a:solidFill>
          <a:schemeClr val="accent2">
            <a:hueOff val="-1187359"/>
            <a:satOff val="0"/>
            <a:lumOff val="-4824"/>
            <a:alphaOff val="0"/>
          </a:schemeClr>
        </a:solidFill>
        <a:ln w="12700" cap="flat" cmpd="sng" algn="ctr">
          <a:solidFill>
            <a:schemeClr val="accent2">
              <a:hueOff val="-1187359"/>
              <a:satOff val="0"/>
              <a:lumOff val="-482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7036BA-E48B-46FB-8C0E-4D21EB2A2F37}">
      <dsp:nvSpPr>
        <dsp:cNvPr id="0" name=""/>
        <dsp:cNvSpPr/>
      </dsp:nvSpPr>
      <dsp:spPr>
        <a:xfrm>
          <a:off x="3816102" y="0"/>
          <a:ext cx="3469183" cy="3779837"/>
        </a:xfrm>
        <a:prstGeom prst="rect">
          <a:avLst/>
        </a:prstGeom>
        <a:solidFill>
          <a:schemeClr val="accent2">
            <a:tint val="40000"/>
            <a:alpha val="90000"/>
            <a:hueOff val="-3236055"/>
            <a:satOff val="-24784"/>
            <a:lumOff val="-209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236055"/>
              <a:satOff val="-24784"/>
              <a:lumOff val="-209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Train the classifiers using SDR representations of scalar-encoded inputs.</a:t>
          </a:r>
          <a:endParaRPr lang="en-US" sz="2300" kern="1200"/>
        </a:p>
      </dsp:txBody>
      <dsp:txXfrm>
        <a:off x="3816102" y="1436338"/>
        <a:ext cx="3469183" cy="2267902"/>
      </dsp:txXfrm>
    </dsp:sp>
    <dsp:sp modelId="{C07E00F2-CBDD-4F8B-8E14-8A15355FC5BD}">
      <dsp:nvSpPr>
        <dsp:cNvPr id="0" name=""/>
        <dsp:cNvSpPr/>
      </dsp:nvSpPr>
      <dsp:spPr>
        <a:xfrm>
          <a:off x="4983718" y="377983"/>
          <a:ext cx="1133951" cy="1133951"/>
        </a:xfrm>
        <a:prstGeom prst="ellipse">
          <a:avLst/>
        </a:prstGeom>
        <a:solidFill>
          <a:schemeClr val="accent2">
            <a:hueOff val="-2374718"/>
            <a:satOff val="0"/>
            <a:lumOff val="-9647"/>
            <a:alphaOff val="0"/>
          </a:schemeClr>
        </a:solidFill>
        <a:ln w="12700" cap="flat" cmpd="sng" algn="ctr">
          <a:solidFill>
            <a:schemeClr val="accent2">
              <a:hueOff val="-2374718"/>
              <a:satOff val="0"/>
              <a:lumOff val="-964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5149781" y="544046"/>
        <a:ext cx="801825" cy="801825"/>
      </dsp:txXfrm>
    </dsp:sp>
    <dsp:sp modelId="{BB22E697-F9D0-4797-8BD8-0D1C390CC5EF}">
      <dsp:nvSpPr>
        <dsp:cNvPr id="0" name=""/>
        <dsp:cNvSpPr/>
      </dsp:nvSpPr>
      <dsp:spPr>
        <a:xfrm>
          <a:off x="3816102" y="3779765"/>
          <a:ext cx="3469183" cy="72"/>
        </a:xfrm>
        <a:prstGeom prst="rect">
          <a:avLst/>
        </a:prstGeom>
        <a:solidFill>
          <a:schemeClr val="accent2">
            <a:hueOff val="-3562077"/>
            <a:satOff val="0"/>
            <a:lumOff val="-14471"/>
            <a:alphaOff val="0"/>
          </a:schemeClr>
        </a:solidFill>
        <a:ln w="12700" cap="flat" cmpd="sng" algn="ctr">
          <a:solidFill>
            <a:schemeClr val="accent2">
              <a:hueOff val="-3562077"/>
              <a:satOff val="0"/>
              <a:lumOff val="-1447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6AD160-DDC3-4B38-B0D3-1191DCF83B35}">
      <dsp:nvSpPr>
        <dsp:cNvPr id="0" name=""/>
        <dsp:cNvSpPr/>
      </dsp:nvSpPr>
      <dsp:spPr>
        <a:xfrm>
          <a:off x="7632204" y="0"/>
          <a:ext cx="3469183" cy="3779837"/>
        </a:xfrm>
        <a:prstGeom prst="rect">
          <a:avLst/>
        </a:prstGeom>
        <a:solidFill>
          <a:schemeClr val="accent2">
            <a:tint val="40000"/>
            <a:alpha val="90000"/>
            <a:hueOff val="-6472109"/>
            <a:satOff val="-49567"/>
            <a:lumOff val="-419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472109"/>
              <a:satOff val="-49567"/>
              <a:lumOff val="-419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Compare the reconstructed input with the original.</a:t>
          </a:r>
          <a:endParaRPr lang="en-US" sz="2300" kern="1200"/>
        </a:p>
      </dsp:txBody>
      <dsp:txXfrm>
        <a:off x="7632204" y="1436338"/>
        <a:ext cx="3469183" cy="2267902"/>
      </dsp:txXfrm>
    </dsp:sp>
    <dsp:sp modelId="{6DBB70DA-0796-4848-A6BF-711BDF062B43}">
      <dsp:nvSpPr>
        <dsp:cNvPr id="0" name=""/>
        <dsp:cNvSpPr/>
      </dsp:nvSpPr>
      <dsp:spPr>
        <a:xfrm>
          <a:off x="8799820" y="377983"/>
          <a:ext cx="1133951" cy="1133951"/>
        </a:xfrm>
        <a:prstGeom prst="ellipse">
          <a:avLst/>
        </a:prstGeom>
        <a:solidFill>
          <a:schemeClr val="accent2">
            <a:hueOff val="-4749436"/>
            <a:satOff val="0"/>
            <a:lumOff val="-19294"/>
            <a:alphaOff val="0"/>
          </a:schemeClr>
        </a:solidFill>
        <a:ln w="12700" cap="flat" cmpd="sng" algn="ctr">
          <a:solidFill>
            <a:schemeClr val="accent2">
              <a:hueOff val="-4749436"/>
              <a:satOff val="0"/>
              <a:lumOff val="-1929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8965883" y="544046"/>
        <a:ext cx="801825" cy="801825"/>
      </dsp:txXfrm>
    </dsp:sp>
    <dsp:sp modelId="{3857DE4D-5658-4D29-A82F-7BB374C9CA2B}">
      <dsp:nvSpPr>
        <dsp:cNvPr id="0" name=""/>
        <dsp:cNvSpPr/>
      </dsp:nvSpPr>
      <dsp:spPr>
        <a:xfrm>
          <a:off x="7632204" y="3779765"/>
          <a:ext cx="3469183" cy="72"/>
        </a:xfrm>
        <a:prstGeom prst="rect">
          <a:avLst/>
        </a:prstGeom>
        <a:solidFill>
          <a:schemeClr val="accent2">
            <a:hueOff val="-5936795"/>
            <a:satOff val="0"/>
            <a:lumOff val="-24118"/>
            <a:alphaOff val="0"/>
          </a:schemeClr>
        </a:solidFill>
        <a:ln w="12700" cap="flat" cmpd="sng" algn="ctr">
          <a:solidFill>
            <a:schemeClr val="accent2">
              <a:hueOff val="-5936795"/>
              <a:satOff val="0"/>
              <a:lumOff val="-2411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B87077-6E1C-4705-9104-DF961E1F2B03}">
      <dsp:nvSpPr>
        <dsp:cNvPr id="0" name=""/>
        <dsp:cNvSpPr/>
      </dsp:nvSpPr>
      <dsp:spPr>
        <a:xfrm>
          <a:off x="0" y="253448"/>
          <a:ext cx="5705048" cy="159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Raw Input → Encoder → Spatial Pooler → SDR → Classifier → Reconstructed Input</a:t>
          </a:r>
          <a:endParaRPr lang="en-US" sz="2900" kern="1200"/>
        </a:p>
      </dsp:txBody>
      <dsp:txXfrm>
        <a:off x="77847" y="331295"/>
        <a:ext cx="5549354" cy="1439016"/>
      </dsp:txXfrm>
    </dsp:sp>
    <dsp:sp modelId="{8832E024-6E89-4587-9822-6C2375ADE0B3}">
      <dsp:nvSpPr>
        <dsp:cNvPr id="0" name=""/>
        <dsp:cNvSpPr/>
      </dsp:nvSpPr>
      <dsp:spPr>
        <a:xfrm>
          <a:off x="0" y="1931678"/>
          <a:ext cx="5705048" cy="159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KNN vs. HTM flow comparison.</a:t>
          </a:r>
          <a:endParaRPr lang="en-US" sz="2900" kern="1200"/>
        </a:p>
      </dsp:txBody>
      <dsp:txXfrm>
        <a:off x="77847" y="2009525"/>
        <a:ext cx="5549354" cy="143901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FDB20C-354B-4B70-A9D1-C1F2FC447D73}">
      <dsp:nvSpPr>
        <dsp:cNvPr id="0" name=""/>
        <dsp:cNvSpPr/>
      </dsp:nvSpPr>
      <dsp:spPr>
        <a:xfrm>
          <a:off x="1111222" y="824282"/>
          <a:ext cx="887894" cy="7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C3000B-471E-4C10-BB83-E0C1E0CAEAC1}">
      <dsp:nvSpPr>
        <dsp:cNvPr id="0" name=""/>
        <dsp:cNvSpPr/>
      </dsp:nvSpPr>
      <dsp:spPr>
        <a:xfrm>
          <a:off x="2052390" y="749735"/>
          <a:ext cx="102107" cy="191784"/>
        </a:xfrm>
        <a:prstGeom prst="chevron">
          <a:avLst>
            <a:gd name="adj" fmla="val 9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55C1F4-CCE0-4340-902A-AC9A787C6914}">
      <dsp:nvSpPr>
        <dsp:cNvPr id="0" name=""/>
        <dsp:cNvSpPr/>
      </dsp:nvSpPr>
      <dsp:spPr>
        <a:xfrm>
          <a:off x="550299" y="374382"/>
          <a:ext cx="899873" cy="89987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1</a:t>
          </a:r>
        </a:p>
      </dsp:txBody>
      <dsp:txXfrm>
        <a:off x="682082" y="506165"/>
        <a:ext cx="636307" cy="636307"/>
      </dsp:txXfrm>
    </dsp:sp>
    <dsp:sp modelId="{E3BD4CCB-64BC-4A72-80C0-FEF56C4C2131}">
      <dsp:nvSpPr>
        <dsp:cNvPr id="0" name=""/>
        <dsp:cNvSpPr/>
      </dsp:nvSpPr>
      <dsp:spPr>
        <a:xfrm>
          <a:off x="1355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Encode scalar values into SDRs.</a:t>
          </a:r>
          <a:endParaRPr lang="en-US" sz="1100" kern="1200"/>
        </a:p>
      </dsp:txBody>
      <dsp:txXfrm>
        <a:off x="1355" y="1832975"/>
        <a:ext cx="1997761" cy="1572480"/>
      </dsp:txXfrm>
    </dsp:sp>
    <dsp:sp modelId="{904AC894-76B6-4205-9BBE-6F7165E677D9}">
      <dsp:nvSpPr>
        <dsp:cNvPr id="0" name=""/>
        <dsp:cNvSpPr/>
      </dsp:nvSpPr>
      <dsp:spPr>
        <a:xfrm>
          <a:off x="2221090" y="824282"/>
          <a:ext cx="1997761" cy="7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24B8CB-59E0-4BDB-B544-202BB3CC7324}">
      <dsp:nvSpPr>
        <dsp:cNvPr id="0" name=""/>
        <dsp:cNvSpPr/>
      </dsp:nvSpPr>
      <dsp:spPr>
        <a:xfrm>
          <a:off x="4272126" y="749735"/>
          <a:ext cx="102107" cy="191785"/>
        </a:xfrm>
        <a:prstGeom prst="chevron">
          <a:avLst>
            <a:gd name="adj" fmla="val 90000"/>
          </a:avLst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60212F-1F10-4FB6-8412-32AE547FD50A}">
      <dsp:nvSpPr>
        <dsp:cNvPr id="0" name=""/>
        <dsp:cNvSpPr/>
      </dsp:nvSpPr>
      <dsp:spPr>
        <a:xfrm>
          <a:off x="2770035" y="374381"/>
          <a:ext cx="899873" cy="89987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2</a:t>
          </a:r>
        </a:p>
      </dsp:txBody>
      <dsp:txXfrm>
        <a:off x="2901818" y="506164"/>
        <a:ext cx="636307" cy="636307"/>
      </dsp:txXfrm>
    </dsp:sp>
    <dsp:sp modelId="{1135B0F0-F741-4A4A-A77A-F4E9CFC42813}">
      <dsp:nvSpPr>
        <dsp:cNvPr id="0" name=""/>
        <dsp:cNvSpPr/>
      </dsp:nvSpPr>
      <dsp:spPr>
        <a:xfrm>
          <a:off x="2221090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Train the Spatial Pooler for stable SDR representations.</a:t>
          </a:r>
          <a:endParaRPr lang="en-US" sz="1100" kern="1200"/>
        </a:p>
      </dsp:txBody>
      <dsp:txXfrm>
        <a:off x="2221090" y="1832975"/>
        <a:ext cx="1997761" cy="1572480"/>
      </dsp:txXfrm>
    </dsp:sp>
    <dsp:sp modelId="{BC17E2D7-A8E0-44A5-87DD-F0F133CB5B1A}">
      <dsp:nvSpPr>
        <dsp:cNvPr id="0" name=""/>
        <dsp:cNvSpPr/>
      </dsp:nvSpPr>
      <dsp:spPr>
        <a:xfrm>
          <a:off x="4440826" y="824282"/>
          <a:ext cx="1997761" cy="72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C005DF-4B36-4815-8711-677D645B9D6E}">
      <dsp:nvSpPr>
        <dsp:cNvPr id="0" name=""/>
        <dsp:cNvSpPr/>
      </dsp:nvSpPr>
      <dsp:spPr>
        <a:xfrm>
          <a:off x="6491861" y="749735"/>
          <a:ext cx="102107" cy="191785"/>
        </a:xfrm>
        <a:prstGeom prst="chevron">
          <a:avLst>
            <a:gd name="adj" fmla="val 9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D71122-FF14-40C5-B557-D05111E9475E}">
      <dsp:nvSpPr>
        <dsp:cNvPr id="0" name=""/>
        <dsp:cNvSpPr/>
      </dsp:nvSpPr>
      <dsp:spPr>
        <a:xfrm>
          <a:off x="4989770" y="374381"/>
          <a:ext cx="899873" cy="89987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3</a:t>
          </a:r>
        </a:p>
      </dsp:txBody>
      <dsp:txXfrm>
        <a:off x="5121553" y="506164"/>
        <a:ext cx="636307" cy="636307"/>
      </dsp:txXfrm>
    </dsp:sp>
    <dsp:sp modelId="{CD4EFCD1-DE20-4DBF-9095-9B4B58D0DFD3}">
      <dsp:nvSpPr>
        <dsp:cNvPr id="0" name=""/>
        <dsp:cNvSpPr/>
      </dsp:nvSpPr>
      <dsp:spPr>
        <a:xfrm>
          <a:off x="4440826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Train HTM and KNN classifiers with SDRs.</a:t>
          </a:r>
          <a:endParaRPr lang="en-US" sz="1100" kern="1200"/>
        </a:p>
      </dsp:txBody>
      <dsp:txXfrm>
        <a:off x="4440826" y="1832975"/>
        <a:ext cx="1997761" cy="1572480"/>
      </dsp:txXfrm>
    </dsp:sp>
    <dsp:sp modelId="{B566685F-FE48-4A75-AA27-E41964F6B6A3}">
      <dsp:nvSpPr>
        <dsp:cNvPr id="0" name=""/>
        <dsp:cNvSpPr/>
      </dsp:nvSpPr>
      <dsp:spPr>
        <a:xfrm>
          <a:off x="6660561" y="824282"/>
          <a:ext cx="1997761" cy="72"/>
        </a:xfrm>
        <a:prstGeom prst="rect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DEE715-CBB5-4EE1-8B37-1CE4741D4B25}">
      <dsp:nvSpPr>
        <dsp:cNvPr id="0" name=""/>
        <dsp:cNvSpPr/>
      </dsp:nvSpPr>
      <dsp:spPr>
        <a:xfrm>
          <a:off x="8711597" y="749735"/>
          <a:ext cx="102107" cy="191785"/>
        </a:xfrm>
        <a:prstGeom prst="chevron">
          <a:avLst>
            <a:gd name="adj" fmla="val 9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03C572-58A1-42F5-A0CF-0B31894A4064}">
      <dsp:nvSpPr>
        <dsp:cNvPr id="0" name=""/>
        <dsp:cNvSpPr/>
      </dsp:nvSpPr>
      <dsp:spPr>
        <a:xfrm>
          <a:off x="7209506" y="374381"/>
          <a:ext cx="899873" cy="89987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4</a:t>
          </a:r>
        </a:p>
      </dsp:txBody>
      <dsp:txXfrm>
        <a:off x="7341289" y="506164"/>
        <a:ext cx="636307" cy="636307"/>
      </dsp:txXfrm>
    </dsp:sp>
    <dsp:sp modelId="{D605F362-B450-4357-9D12-20856ADF59AE}">
      <dsp:nvSpPr>
        <dsp:cNvPr id="0" name=""/>
        <dsp:cNvSpPr/>
      </dsp:nvSpPr>
      <dsp:spPr>
        <a:xfrm>
          <a:off x="6660561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Predict input using both classifiers.</a:t>
          </a:r>
          <a:endParaRPr lang="en-US" sz="1100" kern="1200"/>
        </a:p>
      </dsp:txBody>
      <dsp:txXfrm>
        <a:off x="6660561" y="1832975"/>
        <a:ext cx="1997761" cy="1572480"/>
      </dsp:txXfrm>
    </dsp:sp>
    <dsp:sp modelId="{2448E6B3-68C1-4E43-B60B-421D45CE94E3}">
      <dsp:nvSpPr>
        <dsp:cNvPr id="0" name=""/>
        <dsp:cNvSpPr/>
      </dsp:nvSpPr>
      <dsp:spPr>
        <a:xfrm>
          <a:off x="8880297" y="824282"/>
          <a:ext cx="998880" cy="72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5852AB-5158-4974-B7A8-D4372655D5EF}">
      <dsp:nvSpPr>
        <dsp:cNvPr id="0" name=""/>
        <dsp:cNvSpPr/>
      </dsp:nvSpPr>
      <dsp:spPr>
        <a:xfrm>
          <a:off x="9429241" y="374381"/>
          <a:ext cx="899873" cy="89987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5</a:t>
          </a:r>
        </a:p>
      </dsp:txBody>
      <dsp:txXfrm>
        <a:off x="9561024" y="506164"/>
        <a:ext cx="636307" cy="636307"/>
      </dsp:txXfrm>
    </dsp:sp>
    <dsp:sp modelId="{86696240-7603-4C3C-83A9-B548F4B63D56}">
      <dsp:nvSpPr>
        <dsp:cNvPr id="0" name=""/>
        <dsp:cNvSpPr/>
      </dsp:nvSpPr>
      <dsp:spPr>
        <a:xfrm>
          <a:off x="8880297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Validate results using similarity metrics.</a:t>
          </a:r>
          <a:endParaRPr lang="en-US" sz="1100" kern="1200"/>
        </a:p>
      </dsp:txBody>
      <dsp:txXfrm>
        <a:off x="8880297" y="1832975"/>
        <a:ext cx="1997761" cy="157248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973A8-EE4E-4B8C-866B-35C810F66FAF}">
      <dsp:nvSpPr>
        <dsp:cNvPr id="0" name=""/>
        <dsp:cNvSpPr/>
      </dsp:nvSpPr>
      <dsp:spPr>
        <a:xfrm>
          <a:off x="996015" y="605122"/>
          <a:ext cx="1464003" cy="146400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E1D0DE-D169-4F6A-AD33-6A62B86D4E9C}">
      <dsp:nvSpPr>
        <dsp:cNvPr id="0" name=""/>
        <dsp:cNvSpPr/>
      </dsp:nvSpPr>
      <dsp:spPr>
        <a:xfrm>
          <a:off x="101346" y="2454714"/>
          <a:ext cx="325334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•Unit tests to validate classifier accuracy</a:t>
          </a:r>
          <a:endParaRPr lang="en-US" sz="2100" kern="1200"/>
        </a:p>
      </dsp:txBody>
      <dsp:txXfrm>
        <a:off x="101346" y="2454714"/>
        <a:ext cx="3253341" cy="720000"/>
      </dsp:txXfrm>
    </dsp:sp>
    <dsp:sp modelId="{E5621C4E-7F7E-4220-B8A3-4FE7FC5B3592}">
      <dsp:nvSpPr>
        <dsp:cNvPr id="0" name=""/>
        <dsp:cNvSpPr/>
      </dsp:nvSpPr>
      <dsp:spPr>
        <a:xfrm>
          <a:off x="4818692" y="605122"/>
          <a:ext cx="1464003" cy="146400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3550CD-A1D7-4CC0-904D-CAA82B3C36B0}">
      <dsp:nvSpPr>
        <dsp:cNvPr id="0" name=""/>
        <dsp:cNvSpPr/>
      </dsp:nvSpPr>
      <dsp:spPr>
        <a:xfrm>
          <a:off x="3924023" y="2454714"/>
          <a:ext cx="325334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•Stability check for Spatial Pooler</a:t>
          </a:r>
          <a:endParaRPr lang="en-US" sz="2100" kern="1200"/>
        </a:p>
      </dsp:txBody>
      <dsp:txXfrm>
        <a:off x="3924023" y="2454714"/>
        <a:ext cx="3253341" cy="720000"/>
      </dsp:txXfrm>
    </dsp:sp>
    <dsp:sp modelId="{A10CEE00-020F-484E-A583-C2FF334D4AC3}">
      <dsp:nvSpPr>
        <dsp:cNvPr id="0" name=""/>
        <dsp:cNvSpPr/>
      </dsp:nvSpPr>
      <dsp:spPr>
        <a:xfrm>
          <a:off x="8641368" y="605122"/>
          <a:ext cx="1464003" cy="146400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F73466-C18B-40B9-A9FA-8CAA839786CD}">
      <dsp:nvSpPr>
        <dsp:cNvPr id="0" name=""/>
        <dsp:cNvSpPr/>
      </dsp:nvSpPr>
      <dsp:spPr>
        <a:xfrm>
          <a:off x="7746699" y="2454714"/>
          <a:ext cx="325334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•Performance evaluation under different conditions</a:t>
          </a:r>
          <a:endParaRPr lang="en-US" sz="2100" kern="1200"/>
        </a:p>
      </dsp:txBody>
      <dsp:txXfrm>
        <a:off x="7746699" y="2454714"/>
        <a:ext cx="3253341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768A48-585A-493D-BA5B-5610A465406D}">
      <dsp:nvSpPr>
        <dsp:cNvPr id="0" name=""/>
        <dsp:cNvSpPr/>
      </dsp:nvSpPr>
      <dsp:spPr>
        <a:xfrm>
          <a:off x="0" y="3476133"/>
          <a:ext cx="6408738" cy="228071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284480" rIns="284480" bIns="28448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b="1" kern="1200"/>
            <a:t>Training Steps:</a:t>
          </a:r>
          <a:endParaRPr lang="en-US" sz="4000" kern="1200"/>
        </a:p>
      </dsp:txBody>
      <dsp:txXfrm>
        <a:off x="0" y="3476133"/>
        <a:ext cx="6408738" cy="1231588"/>
      </dsp:txXfrm>
    </dsp:sp>
    <dsp:sp modelId="{8870F1F1-B731-42EF-B0D3-BB810C0C9236}">
      <dsp:nvSpPr>
        <dsp:cNvPr id="0" name=""/>
        <dsp:cNvSpPr/>
      </dsp:nvSpPr>
      <dsp:spPr>
        <a:xfrm>
          <a:off x="3129" y="4662107"/>
          <a:ext cx="2134159" cy="104913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Encode inputs using a scalar encoder.</a:t>
          </a:r>
          <a:endParaRPr lang="en-US" sz="1800" kern="1200"/>
        </a:p>
      </dsp:txBody>
      <dsp:txXfrm>
        <a:off x="3129" y="4662107"/>
        <a:ext cx="2134159" cy="1049131"/>
      </dsp:txXfrm>
    </dsp:sp>
    <dsp:sp modelId="{C6867626-210B-4DF2-A67D-4379E5D8AF21}">
      <dsp:nvSpPr>
        <dsp:cNvPr id="0" name=""/>
        <dsp:cNvSpPr/>
      </dsp:nvSpPr>
      <dsp:spPr>
        <a:xfrm>
          <a:off x="2137289" y="4662107"/>
          <a:ext cx="2134159" cy="1049131"/>
        </a:xfrm>
        <a:prstGeom prst="rect">
          <a:avLst/>
        </a:prstGeom>
        <a:solidFill>
          <a:schemeClr val="accent2">
            <a:tint val="40000"/>
            <a:alpha val="90000"/>
            <a:hueOff val="-3236055"/>
            <a:satOff val="-24784"/>
            <a:lumOff val="-209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236055"/>
              <a:satOff val="-24784"/>
              <a:lumOff val="-209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Train the Spatial Pooler until SDR stability is achieved.</a:t>
          </a:r>
          <a:endParaRPr lang="en-US" sz="1800" kern="1200"/>
        </a:p>
      </dsp:txBody>
      <dsp:txXfrm>
        <a:off x="2137289" y="4662107"/>
        <a:ext cx="2134159" cy="1049131"/>
      </dsp:txXfrm>
    </dsp:sp>
    <dsp:sp modelId="{A9F9AFA0-3252-48BB-885C-BBA5E097F729}">
      <dsp:nvSpPr>
        <dsp:cNvPr id="0" name=""/>
        <dsp:cNvSpPr/>
      </dsp:nvSpPr>
      <dsp:spPr>
        <a:xfrm>
          <a:off x="4271448" y="4662107"/>
          <a:ext cx="2134159" cy="1049131"/>
        </a:xfrm>
        <a:prstGeom prst="rect">
          <a:avLst/>
        </a:prstGeom>
        <a:solidFill>
          <a:schemeClr val="accent2">
            <a:tint val="40000"/>
            <a:alpha val="90000"/>
            <a:hueOff val="-6472109"/>
            <a:satOff val="-49567"/>
            <a:lumOff val="-419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472109"/>
              <a:satOff val="-49567"/>
              <a:lumOff val="-419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Ensure consistent representations for similar inputs.</a:t>
          </a:r>
          <a:endParaRPr lang="en-US" sz="1800" kern="1200"/>
        </a:p>
      </dsp:txBody>
      <dsp:txXfrm>
        <a:off x="4271448" y="4662107"/>
        <a:ext cx="2134159" cy="1049131"/>
      </dsp:txXfrm>
    </dsp:sp>
    <dsp:sp modelId="{1B3DBC92-6E6E-4009-85C3-F13A398D6C38}">
      <dsp:nvSpPr>
        <dsp:cNvPr id="0" name=""/>
        <dsp:cNvSpPr/>
      </dsp:nvSpPr>
      <dsp:spPr>
        <a:xfrm rot="10800000">
          <a:off x="0" y="2597"/>
          <a:ext cx="6408738" cy="3507746"/>
        </a:xfrm>
        <a:prstGeom prst="upArrowCallout">
          <a:avLst/>
        </a:prstGeom>
        <a:solidFill>
          <a:schemeClr val="accent2">
            <a:hueOff val="-5936795"/>
            <a:satOff val="0"/>
            <a:lumOff val="-241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284480" rIns="284480" bIns="28448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b="1" kern="1200"/>
            <a:t>Goal:</a:t>
          </a:r>
          <a:r>
            <a:rPr lang="en-GB" sz="4000" kern="1200"/>
            <a:t> Convert input values into stable SDR representations.</a:t>
          </a:r>
          <a:endParaRPr lang="en-US" sz="4000" kern="1200"/>
        </a:p>
      </dsp:txBody>
      <dsp:txXfrm rot="10800000">
        <a:off x="0" y="2597"/>
        <a:ext cx="6408738" cy="227922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2BCD51-8CF6-48B5-A9F5-200BCACBFEFE}">
      <dsp:nvSpPr>
        <dsp:cNvPr id="0" name=""/>
        <dsp:cNvSpPr/>
      </dsp:nvSpPr>
      <dsp:spPr>
        <a:xfrm>
          <a:off x="3621721" y="748614"/>
          <a:ext cx="5765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76591" y="45720"/>
              </a:lnTo>
            </a:path>
          </a:pathLst>
        </a:custGeom>
        <a:noFill/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94837" y="791295"/>
        <a:ext cx="30359" cy="6077"/>
      </dsp:txXfrm>
    </dsp:sp>
    <dsp:sp modelId="{7CD1CE45-7E0A-4B76-B906-E5E723E31094}">
      <dsp:nvSpPr>
        <dsp:cNvPr id="0" name=""/>
        <dsp:cNvSpPr/>
      </dsp:nvSpPr>
      <dsp:spPr>
        <a:xfrm>
          <a:off x="983560" y="2345"/>
          <a:ext cx="2639961" cy="158397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360" tIns="135786" rIns="129360" bIns="13578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Use </a:t>
          </a:r>
          <a:r>
            <a:rPr lang="en-GB" sz="1200" b="1" kern="1200"/>
            <a:t>SpatialPoolerInputReconstructionExperiment</a:t>
          </a:r>
          <a:r>
            <a:rPr lang="en-GB" sz="1200" kern="1200"/>
            <a:t>.</a:t>
          </a:r>
          <a:endParaRPr lang="en-US" sz="1200" kern="1200"/>
        </a:p>
      </dsp:txBody>
      <dsp:txXfrm>
        <a:off x="983560" y="2345"/>
        <a:ext cx="2639961" cy="1583977"/>
      </dsp:txXfrm>
    </dsp:sp>
    <dsp:sp modelId="{B63CD8FA-7A58-4A77-AC53-94024C4247EB}">
      <dsp:nvSpPr>
        <dsp:cNvPr id="0" name=""/>
        <dsp:cNvSpPr/>
      </dsp:nvSpPr>
      <dsp:spPr>
        <a:xfrm>
          <a:off x="6868874" y="748614"/>
          <a:ext cx="5765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76591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141990" y="791295"/>
        <a:ext cx="30359" cy="6077"/>
      </dsp:txXfrm>
    </dsp:sp>
    <dsp:sp modelId="{A1136A2B-3AE4-44AA-93D3-914F5D4ADB1A}">
      <dsp:nvSpPr>
        <dsp:cNvPr id="0" name=""/>
        <dsp:cNvSpPr/>
      </dsp:nvSpPr>
      <dsp:spPr>
        <a:xfrm>
          <a:off x="4230713" y="2345"/>
          <a:ext cx="2639961" cy="158397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360" tIns="135786" rIns="129360" bIns="13578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Provide different scalar values as inputs.</a:t>
          </a:r>
          <a:endParaRPr lang="en-US" sz="1200" kern="1200"/>
        </a:p>
      </dsp:txBody>
      <dsp:txXfrm>
        <a:off x="4230713" y="2345"/>
        <a:ext cx="2639961" cy="1583977"/>
      </dsp:txXfrm>
    </dsp:sp>
    <dsp:sp modelId="{FFB4B398-5907-4CFF-8239-DFC537533A6F}">
      <dsp:nvSpPr>
        <dsp:cNvPr id="0" name=""/>
        <dsp:cNvSpPr/>
      </dsp:nvSpPr>
      <dsp:spPr>
        <a:xfrm>
          <a:off x="2303541" y="1584522"/>
          <a:ext cx="6494305" cy="576591"/>
        </a:xfrm>
        <a:custGeom>
          <a:avLst/>
          <a:gdLst/>
          <a:ahLst/>
          <a:cxnLst/>
          <a:rect l="0" t="0" r="0" b="0"/>
          <a:pathLst>
            <a:path>
              <a:moveTo>
                <a:pt x="6494305" y="0"/>
              </a:moveTo>
              <a:lnTo>
                <a:pt x="6494305" y="305395"/>
              </a:lnTo>
              <a:lnTo>
                <a:pt x="0" y="305395"/>
              </a:lnTo>
              <a:lnTo>
                <a:pt x="0" y="576591"/>
              </a:lnTo>
            </a:path>
          </a:pathLst>
        </a:custGeom>
        <a:noFill/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387628" y="1869779"/>
        <a:ext cx="326131" cy="6077"/>
      </dsp:txXfrm>
    </dsp:sp>
    <dsp:sp modelId="{9AB5BA33-7193-47A4-9428-F4F2BE69514F}">
      <dsp:nvSpPr>
        <dsp:cNvPr id="0" name=""/>
        <dsp:cNvSpPr/>
      </dsp:nvSpPr>
      <dsp:spPr>
        <a:xfrm>
          <a:off x="7477866" y="2345"/>
          <a:ext cx="2639961" cy="158397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360" tIns="135786" rIns="129360" bIns="13578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Train HTM and KNN classifiers with generated SDRs.</a:t>
          </a:r>
          <a:endParaRPr lang="en-US" sz="1200" kern="1200"/>
        </a:p>
      </dsp:txBody>
      <dsp:txXfrm>
        <a:off x="7477866" y="2345"/>
        <a:ext cx="2639961" cy="1583977"/>
      </dsp:txXfrm>
    </dsp:sp>
    <dsp:sp modelId="{41AEFCE8-685F-4746-9882-A89CF4E5E1ED}">
      <dsp:nvSpPr>
        <dsp:cNvPr id="0" name=""/>
        <dsp:cNvSpPr/>
      </dsp:nvSpPr>
      <dsp:spPr>
        <a:xfrm>
          <a:off x="983560" y="2193514"/>
          <a:ext cx="2639961" cy="158397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360" tIns="135786" rIns="129360" bIns="13578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Reconstruct the original input using classifier predictions.</a:t>
          </a:r>
          <a:endParaRPr lang="en-US" sz="1200" kern="1200"/>
        </a:p>
      </dsp:txBody>
      <dsp:txXfrm>
        <a:off x="983560" y="2193514"/>
        <a:ext cx="2639961" cy="1583977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6FF24A-F85A-46DC-8529-635DC75096B2}">
      <dsp:nvSpPr>
        <dsp:cNvPr id="0" name=""/>
        <dsp:cNvSpPr/>
      </dsp:nvSpPr>
      <dsp:spPr>
        <a:xfrm>
          <a:off x="0" y="0"/>
          <a:ext cx="3469183" cy="377983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/>
            <a:t>HTM Classifier:</a:t>
          </a:r>
          <a:r>
            <a:rPr lang="en-GB" sz="2500" kern="1200"/>
            <a:t> Learns patterns and predicts original inputs.</a:t>
          </a:r>
          <a:endParaRPr lang="en-US" sz="2500" kern="1200"/>
        </a:p>
      </dsp:txBody>
      <dsp:txXfrm>
        <a:off x="0" y="1436338"/>
        <a:ext cx="3469183" cy="2267902"/>
      </dsp:txXfrm>
    </dsp:sp>
    <dsp:sp modelId="{F45DB585-E403-4402-8A4F-6485F487C883}">
      <dsp:nvSpPr>
        <dsp:cNvPr id="0" name=""/>
        <dsp:cNvSpPr/>
      </dsp:nvSpPr>
      <dsp:spPr>
        <a:xfrm>
          <a:off x="1167616" y="377983"/>
          <a:ext cx="1133951" cy="113395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333679" y="544046"/>
        <a:ext cx="801825" cy="801825"/>
      </dsp:txXfrm>
    </dsp:sp>
    <dsp:sp modelId="{C0B4BE2D-DF1B-4EB0-8799-531F8B42A56E}">
      <dsp:nvSpPr>
        <dsp:cNvPr id="0" name=""/>
        <dsp:cNvSpPr/>
      </dsp:nvSpPr>
      <dsp:spPr>
        <a:xfrm>
          <a:off x="0" y="3779765"/>
          <a:ext cx="3469183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19E635-EE80-461E-A2BF-88606B4AF14E}">
      <dsp:nvSpPr>
        <dsp:cNvPr id="0" name=""/>
        <dsp:cNvSpPr/>
      </dsp:nvSpPr>
      <dsp:spPr>
        <a:xfrm>
          <a:off x="3816102" y="0"/>
          <a:ext cx="3469183" cy="3779837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/>
            <a:t>KNN Classifier:</a:t>
          </a:r>
          <a:r>
            <a:rPr lang="en-GB" sz="2500" kern="1200"/>
            <a:t> Finds nearest SDR match to reconstruct input.</a:t>
          </a:r>
          <a:endParaRPr lang="en-US" sz="2500" kern="1200"/>
        </a:p>
      </dsp:txBody>
      <dsp:txXfrm>
        <a:off x="3816102" y="1436338"/>
        <a:ext cx="3469183" cy="2267902"/>
      </dsp:txXfrm>
    </dsp:sp>
    <dsp:sp modelId="{2E7EC0F2-8A93-43E3-AACA-DDDCE68A1129}">
      <dsp:nvSpPr>
        <dsp:cNvPr id="0" name=""/>
        <dsp:cNvSpPr/>
      </dsp:nvSpPr>
      <dsp:spPr>
        <a:xfrm>
          <a:off x="4983718" y="377983"/>
          <a:ext cx="1133951" cy="113395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5149781" y="544046"/>
        <a:ext cx="801825" cy="801825"/>
      </dsp:txXfrm>
    </dsp:sp>
    <dsp:sp modelId="{ADCE1794-04BE-41CE-9A55-13BB1514F21A}">
      <dsp:nvSpPr>
        <dsp:cNvPr id="0" name=""/>
        <dsp:cNvSpPr/>
      </dsp:nvSpPr>
      <dsp:spPr>
        <a:xfrm>
          <a:off x="3816102" y="3779765"/>
          <a:ext cx="3469183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38EDCD-BC00-4543-B24E-8DCBC56A3F1D}">
      <dsp:nvSpPr>
        <dsp:cNvPr id="0" name=""/>
        <dsp:cNvSpPr/>
      </dsp:nvSpPr>
      <dsp:spPr>
        <a:xfrm>
          <a:off x="7632204" y="0"/>
          <a:ext cx="3469183" cy="377983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/>
            <a:t>Comparison:</a:t>
          </a:r>
          <a:r>
            <a:rPr lang="en-GB" sz="2500" kern="1200"/>
            <a:t> HTM leverages sequence memory, KNN relies on stored distances.</a:t>
          </a:r>
          <a:endParaRPr lang="en-US" sz="2500" kern="1200"/>
        </a:p>
      </dsp:txBody>
      <dsp:txXfrm>
        <a:off x="7632204" y="1436338"/>
        <a:ext cx="3469183" cy="2267902"/>
      </dsp:txXfrm>
    </dsp:sp>
    <dsp:sp modelId="{215E42C7-E043-4310-8F2F-48B7C8C9E782}">
      <dsp:nvSpPr>
        <dsp:cNvPr id="0" name=""/>
        <dsp:cNvSpPr/>
      </dsp:nvSpPr>
      <dsp:spPr>
        <a:xfrm>
          <a:off x="8799820" y="377983"/>
          <a:ext cx="1133951" cy="1133951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8965883" y="544046"/>
        <a:ext cx="801825" cy="801825"/>
      </dsp:txXfrm>
    </dsp:sp>
    <dsp:sp modelId="{434DCADE-C777-48FC-951B-3D4FB73422CF}">
      <dsp:nvSpPr>
        <dsp:cNvPr id="0" name=""/>
        <dsp:cNvSpPr/>
      </dsp:nvSpPr>
      <dsp:spPr>
        <a:xfrm>
          <a:off x="7632204" y="3779765"/>
          <a:ext cx="3469183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LinearArrowProcessNumbered">
  <dgm:title val="Linear Arrow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shape called UpArrowCallout. Also the nodes are connected by an arrow like shape emphasizing the process natur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6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2.1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if>
                <dgm:else name="ifMoreThanOneNode">
                  <dgm:constrLst>
                    <dgm:constr type="h"/>
                    <dgm:constr type="h" for="ch" forName="lineNode" val="0.002"/>
                    <dgm:constr type="w" for="ch" forName="lineNode" refType="w" fact="0.4"/>
                    <dgm:constr type="l" for="ch" forName="lineNode" refType="w" fact="0.5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924"/>
                    <dgm:constr type="t" for="ch" forName="lineArrowNode" refType="h" fact="0.18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else>
              </dgm:choose>
            </dgm:if>
            <dgm:if name="ifLastNode" axis="self" ptType="node" func="revPos" op="equ" val="1">
              <dgm:constrLst>
                <dgm:constr type="h"/>
                <dgm:constr type="h" for="ch" forName="lineNode" val="0.002"/>
                <dgm:constr type="w" for="ch" forName="lineNode" refType="w" fact="0.45"/>
                <dgm:constr type="w" for="ch" forName="lineArrowNode" refType="w" fact="0"/>
                <dgm:constr type="h" for="ch" forName="lineArrowNode" refType="h" fact="0"/>
                <dgm:constr type="ctrY" for="ch" forName="lineNode" refType="ctrY" refFor="ch" refForName="sibTransNodeCircle"/>
                <dgm:constr type="h" for="ch" forName="sibTransNodeCircle" refType="h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if>
            <dgm:else name="allOtherNodes">
              <dgm:constrLst>
                <dgm:constr type="h"/>
                <dgm:constr type="h" for="ch" forName="lineNode" val="0.002"/>
                <dgm:constr type="w" for="ch" forName="lineNode" refType="w" fact="0.9"/>
                <dgm:constr type="w" for="ch" forName="lineArrowNode" refType="w" fact="0.046"/>
                <dgm:constr type="h" for="ch" forName="lineArrowNode" refType="h" fact="0.18"/>
                <dgm:constr type="l" for="ch" forName="lineArrowNode" refType="w" fact="0.924"/>
                <dgm:constr type="t" for="ch" forName="lineArrowNode" refType="h" fact="0.18"/>
                <dgm:constr type="ctrY" for="ch" forName="lineNode" refType="ctrY" refFor="ch" refForName="sibTransNodeCircle"/>
                <dgm:constr type="h" for="ch" forName="sibTransNodeCircle" refType="h" fact="0.9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else>
          </dgm:choose>
          <dgm:layoutNode name="lineNode" styleLbl="alignAccFollow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AccFollowNode1">
            <dgm:alg type="sp"/>
            <dgm:shape xmlns:r="http://schemas.openxmlformats.org/officeDocument/2006/relationships" type="chevron" r:blip="">
              <dgm:adjLst>
                <dgm:adj idx="1" val="0.9"/>
              </dgm:adjLst>
            </dgm:shape>
            <dgm:presOf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</dgm:forEach>
          <dgm:presOf/>
          <dgm:ruleLst/>
        </dgm:layoutNode>
        <dgm:layoutNode name="nodeText" styleLbl="alignAccFollowNode1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upArrowCallout" r:blip="">
            <dgm:adjLst>
              <dgm:adj idx="1" val="0.5"/>
              <dgm:adj idx="2" val="0.2"/>
              <dgm:adj idx="3" val="0.2"/>
              <dgm:adj idx="4" val="1"/>
            </dgm:adjLst>
          </dgm:shape>
          <dgm:presOf axis="desOrSelf" ptType="node"/>
          <dgm:constrLst>
            <dgm:constr type="secFontSz" val="16"/>
            <dgm:constr type="primFontSz" val="26"/>
            <dgm:constr type="h"/>
            <dgm:constr type="tMarg" val="13"/>
            <dgm:constr type="lMarg" refType="w" fact="0.2236"/>
            <dgm:constr type="rMarg" refType="w" fact="0.2236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F4E480B-94D6-46F9-A2B6-B98D311FDC19}"/>
              </a:ext>
            </a:extLst>
          </p:cNvPr>
          <p:cNvGrpSpPr/>
          <p:nvPr/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183CDE-91A1-40C3-8E80-66F89E1C2D53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6756515-F9AA-46BD-8DD2-AA15BA492A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BA365E2-8B71-408B-9092-0104216AC7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DB8D7A-1BF6-4CDB-B93A-7736955F504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AACD774-5167-46C7-8A62-6E2FE4BE9469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E0F2D8-452E-48F9-9912-C47EAEAE1802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1FBBF95-430B-427C-A6E8-DB899217FC0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EE64698-3ED2-4395-B7FC-65248E437E0A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E20B1E1-CE09-4C2A-A3FB-DB8026C54E98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CB2405B-A907-48B3-906A-FB3573C0B282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6DC8E2D9-6729-4614-8667-C1016D3182E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CEEBB1-1A1F-4A2C-B805-719CF98F68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000" y="540000"/>
            <a:ext cx="11090273" cy="3798000"/>
          </a:xfrm>
        </p:spPr>
        <p:txBody>
          <a:bodyPr anchor="b"/>
          <a:lstStyle>
            <a:lvl1pPr algn="l"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6CC87B-ED2D-4303-BD40-E7AF14C03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4508500"/>
            <a:ext cx="7345362" cy="1800224"/>
          </a:xfrm>
        </p:spPr>
        <p:txBody>
          <a:bodyPr/>
          <a:lstStyle>
            <a:lvl1pPr marL="0" indent="0" algn="l">
              <a:buNone/>
              <a:defRPr sz="16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880B4-5679-491C-963F-EC47B048C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65D6D-3F98-4BE8-A069-B96409902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D51D-8E06-4959-88C9-647415079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87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67416F32-9D98-4340-82E8-E90CE00AD2AC}"/>
              </a:ext>
            </a:extLst>
          </p:cNvPr>
          <p:cNvGrpSpPr/>
          <p:nvPr/>
        </p:nvGrpSpPr>
        <p:grpSpPr>
          <a:xfrm flipV="1">
            <a:off x="0" y="-1"/>
            <a:ext cx="12191999" cy="6861601"/>
            <a:chOff x="0" y="-1"/>
            <a:chExt cx="12191999" cy="686160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375AB4-82BB-418F-A50F-6180F68724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0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FDD54B2-4A3F-4BFE-8FF0-82CA73F4AE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0280" y="2148106"/>
              <a:ext cx="4320000" cy="4320000"/>
            </a:xfrm>
            <a:prstGeom prst="ellipse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0876F96-77AB-4E72-B1D2-FA45F4E3C0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0"/>
              <a:ext cx="6347046" cy="6347046"/>
            </a:xfrm>
            <a:prstGeom prst="ellipse">
              <a:avLst/>
            </a:prstGeom>
            <a:solidFill>
              <a:schemeClr val="accent3">
                <a:alpha val="2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B08A2E9-6518-449E-940B-8518A1D850BB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0" y="-1"/>
              <a:ext cx="10800000" cy="6858000"/>
              <a:chOff x="2328000" y="0"/>
              <a:chExt cx="2880000" cy="1440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0A86BE0-76B3-4EA0-BA2D-05266013A814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BA13564-810C-4398-AA63-67B020811FCB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555E1EF-6216-47FA-BBCA-7C0C8C2DAB8C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6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D8D85657-6A77-4466-887F-EE948B9CD2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35498-B0C3-40BD-9407-6D0C0587E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2F85E-0893-4D8C-816A-5193CC6DC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0000">
              <a:defRPr/>
            </a:lvl1pPr>
            <a:lvl2pPr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46A9C-9655-49F5-85B3-A8A37F4F5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F896C-71D7-487F-A1B9-CBBE6DF4D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228E8-7B8A-4153-BEB2-BD5A69F2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80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1E54407D-DBA4-414C-ACA5-30D7B87C652B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BD518BC-8E44-4DAA-A8B9-2CFBD91DCDCD}"/>
                </a:ext>
              </a:extLst>
            </p:cNvPr>
            <p:cNvSpPr/>
            <p:nvPr/>
          </p:nvSpPr>
          <p:spPr>
            <a:xfrm rot="10800000" flipH="1">
              <a:off x="0" y="2019649"/>
              <a:ext cx="4838350" cy="4838350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67C3660-39CD-431D-8E64-37508FFEAC9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03875" y="0"/>
              <a:ext cx="6521820" cy="3260910"/>
              <a:chOff x="0" y="0"/>
              <a:chExt cx="2880000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4CCE569-E461-438A-A235-B96A542AF82F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3F9DF1F-1F74-476C-AD41-22AC3F8A65A0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BE49ED5-9713-43D1-AE9E-3F9FE557407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21A2854-1482-4441-85EA-D7B9F3EF56D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4887" y="2538000"/>
              <a:ext cx="4320000" cy="4320000"/>
            </a:xfrm>
            <a:prstGeom prst="ellipse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ED36A6D-894D-44DA-851C-345A414F3F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36F1DF-CD42-4695-A7D0-2F5B19305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7345362" cy="5768725"/>
          </a:xfrm>
        </p:spPr>
        <p:txBody>
          <a:bodyPr anchor="t"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549160-0F86-4FCA-8718-6980E99C7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75612" y="540000"/>
            <a:ext cx="3565523" cy="5768725"/>
          </a:xfrm>
        </p:spPr>
        <p:txBody>
          <a:bodyPr anchor="t"/>
          <a:lstStyle>
            <a:lvl1pPr marL="0" indent="0">
              <a:buNone/>
              <a:defRPr sz="18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C6CBB-DABA-4F2E-8574-46747E15E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F86BC-9ECC-439C-BF2E-F0B7EF193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42552-C4C9-44EE-B7CB-5A652393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452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5774299-531D-4CAC-881D-7EB68BC99FCC}"/>
              </a:ext>
            </a:extLst>
          </p:cNvPr>
          <p:cNvGrpSpPr/>
          <p:nvPr/>
        </p:nvGrpSpPr>
        <p:grpSpPr>
          <a:xfrm>
            <a:off x="0" y="-3"/>
            <a:ext cx="12192000" cy="6858003"/>
            <a:chOff x="0" y="-3"/>
            <a:chExt cx="12192000" cy="6858003"/>
          </a:xfrm>
        </p:grpSpPr>
        <p:sp useBgFill="1">
          <p:nvSpPr>
            <p:cNvPr id="9" name="Rectangle 8">
              <a:extLst>
                <a:ext uri="{FF2B5EF4-FFF2-40B4-BE49-F238E27FC236}">
                  <a16:creationId xmlns:a16="http://schemas.microsoft.com/office/drawing/2014/main" id="{A17676CF-DDCC-48C1-AC68-CDA0B9E47FD8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052D363-F6F5-455B-A2F2-A12B30CEE52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72000" y="-3"/>
              <a:ext cx="11520000" cy="5760000"/>
              <a:chOff x="5981700" y="-1"/>
              <a:chExt cx="6042660" cy="302133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0C396B8-00CA-4AE9-A0A5-B4E2B2A2AC07}"/>
                  </a:ext>
                </a:extLst>
              </p:cNvPr>
              <p:cNvSpPr/>
              <p:nvPr/>
            </p:nvSpPr>
            <p:spPr>
              <a:xfrm>
                <a:off x="900303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660166-3107-4058-A259-59B0527306BD}"/>
                  </a:ext>
                </a:extLst>
              </p:cNvPr>
              <p:cNvSpPr/>
              <p:nvPr/>
            </p:nvSpPr>
            <p:spPr>
              <a:xfrm flipH="1">
                <a:off x="598170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2BE934E-3063-4D0F-AFDE-68D58D336CBE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39660FA-744A-4CB3-9BED-C59793E3BF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538000"/>
              <a:ext cx="4320000" cy="4320000"/>
            </a:xfrm>
            <a:prstGeom prst="ellipse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E313EEC-733B-4019-8A0B-3FA768B8DB7A}"/>
                </a:ext>
              </a:extLst>
            </p:cNvPr>
            <p:cNvGrpSpPr/>
            <p:nvPr/>
          </p:nvGrpSpPr>
          <p:grpSpPr>
            <a:xfrm rot="10800000">
              <a:off x="1" y="2948940"/>
              <a:ext cx="7818118" cy="3909059"/>
              <a:chOff x="0" y="0"/>
              <a:chExt cx="2880000" cy="144000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21FE91F-780C-4ABD-ADE8-0EFDB7196A10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109EA389-EE78-4475-A390-5EDED23C2D68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E492A94-8867-4C62-9D40-4023C41E0AF8}"/>
                </a:ext>
              </a:extLst>
            </p:cNvPr>
            <p:cNvSpPr>
              <a:spLocks noChangeAspect="1"/>
            </p:cNvSpPr>
            <p:nvPr/>
          </p:nvSpPr>
          <p:spPr>
            <a:xfrm rot="10800000" flipH="1">
              <a:off x="0" y="521786"/>
              <a:ext cx="6336213" cy="6336213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A3DAD7C5-BA12-4557-8BC4-72C69B0D59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4412EC-56C0-4009-B2E3-D63F9EECB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39999"/>
            <a:ext cx="11090275" cy="12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0C84F-F3B7-4BF4-A328-BCF5ADD329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0000" y="1929600"/>
            <a:ext cx="5437186" cy="438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919CD5-DBB4-4749-980D-B5B40ECB67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929600"/>
            <a:ext cx="5437186" cy="438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CFC378-6572-43DF-8344-59DE8122C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967A14-246A-4DDF-865C-68F6E169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74B6D-E110-478C-94B9-2F8199E58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733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130F7E5-A40E-4C9C-8E4F-3935B9182C4A}"/>
              </a:ext>
            </a:extLst>
          </p:cNvPr>
          <p:cNvGrpSpPr/>
          <p:nvPr/>
        </p:nvGrpSpPr>
        <p:grpSpPr>
          <a:xfrm>
            <a:off x="0" y="-2"/>
            <a:ext cx="12191999" cy="6858001"/>
            <a:chOff x="0" y="-2"/>
            <a:chExt cx="12191999" cy="685800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67B504-02A7-4203-87D0-07D333D71917}"/>
                </a:ext>
              </a:extLst>
            </p:cNvPr>
            <p:cNvSpPr/>
            <p:nvPr/>
          </p:nvSpPr>
          <p:spPr>
            <a:xfrm>
              <a:off x="7995665" y="2562224"/>
              <a:ext cx="4196334" cy="4295775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40000"/>
                  </a:schemeClr>
                </a:gs>
                <a:gs pos="34000">
                  <a:schemeClr val="accent3">
                    <a:alpha val="20000"/>
                  </a:schemeClr>
                </a:gs>
                <a:gs pos="65000">
                  <a:schemeClr val="accent3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A1158F3-E1C3-400D-8505-628DB94365CE}"/>
                </a:ext>
              </a:extLst>
            </p:cNvPr>
            <p:cNvGrpSpPr/>
            <p:nvPr/>
          </p:nvGrpSpPr>
          <p:grpSpPr>
            <a:xfrm rot="16200000">
              <a:off x="2295528" y="-2295528"/>
              <a:ext cx="6858000" cy="11449051"/>
              <a:chOff x="0" y="2333625"/>
              <a:chExt cx="9515474" cy="376610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AEADDCE-3295-4F24-8700-C93B5457C2B7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F95C76A-5429-458C-BC9D-E1053EF7B84F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D0E8A42-259A-43FA-B284-B459D736409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583369" y="-3583369"/>
              <a:ext cx="4713262" cy="11880000"/>
              <a:chOff x="1" y="0"/>
              <a:chExt cx="8305797" cy="685800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900B4F1-619C-4C0E-B749-1843F22C946A}"/>
                  </a:ext>
                </a:extLst>
              </p:cNvPr>
              <p:cNvSpPr/>
              <p:nvPr/>
            </p:nvSpPr>
            <p:spPr>
              <a:xfrm>
                <a:off x="931" y="342900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E6F70BB-DCCC-4CF0-B5BB-95A965A99947}"/>
                  </a:ext>
                </a:extLst>
              </p:cNvPr>
              <p:cNvSpPr/>
              <p:nvPr/>
            </p:nvSpPr>
            <p:spPr>
              <a:xfrm flipV="1">
                <a:off x="1" y="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3E6C50C-C1DA-44E1-B254-3B7228879DCD}"/>
                </a:ext>
              </a:extLst>
            </p:cNvPr>
            <p:cNvGrpSpPr/>
            <p:nvPr/>
          </p:nvGrpSpPr>
          <p:grpSpPr>
            <a:xfrm>
              <a:off x="2676525" y="0"/>
              <a:ext cx="9515473" cy="3766109"/>
              <a:chOff x="2333625" y="2433367"/>
              <a:chExt cx="9897159" cy="3766109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C6EEED-A40A-4D1C-BE6B-11DD62770607}"/>
                  </a:ext>
                </a:extLst>
              </p:cNvPr>
              <p:cNvSpPr/>
              <p:nvPr/>
            </p:nvSpPr>
            <p:spPr>
              <a:xfrm>
                <a:off x="728220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27FF3FB-FDFC-4659-A7D6-ABED74010E82}"/>
                  </a:ext>
                </a:extLst>
              </p:cNvPr>
              <p:cNvSpPr/>
              <p:nvPr/>
            </p:nvSpPr>
            <p:spPr>
              <a:xfrm flipH="1">
                <a:off x="233362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1548ED5-6668-4672-88DC-40E92508ACA2}"/>
                </a:ext>
              </a:extLst>
            </p:cNvPr>
            <p:cNvGrpSpPr/>
            <p:nvPr/>
          </p:nvGrpSpPr>
          <p:grpSpPr>
            <a:xfrm>
              <a:off x="0" y="0"/>
              <a:ext cx="9515473" cy="3766109"/>
              <a:chOff x="0" y="2333625"/>
              <a:chExt cx="9515473" cy="3766109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AE1B2-E73F-4E6E-AAFB-FB1C02684D32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750F2D6-C0E1-4AFE-AB87-083292737609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4ECC0D66-F2BE-4BF4-87F6-CE618B5C891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0BCA11-08C2-4C9A-B0A3-31C9051CD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39999"/>
            <a:ext cx="11090273" cy="1210396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2CEB0-C969-40EA-A5E2-8D875E28A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1929783"/>
            <a:ext cx="5448052" cy="792161"/>
          </a:xfrm>
        </p:spPr>
        <p:txBody>
          <a:bodyPr anchor="b"/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0F41A6-112E-4305-A0BA-6E119A77AC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0000" y="2937844"/>
            <a:ext cx="5437186" cy="3376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C672C5-31B9-443B-8DEE-5523646891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03949" y="1929782"/>
            <a:ext cx="5437187" cy="792000"/>
          </a:xfrm>
        </p:spPr>
        <p:txBody>
          <a:bodyPr anchor="b"/>
          <a:lstStyle>
            <a:lvl1pPr marL="0" indent="0">
              <a:buNone/>
              <a:defRPr sz="1600" b="0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D18B9D-8B21-4249-A3AD-8FBE48F0F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03950" y="2937844"/>
            <a:ext cx="5437186" cy="3376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B60881-13B2-4064-84FB-6D071F36C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9FCE5D-D5EF-485D-97FA-2614FF964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F204FC-4F66-417C-8E4B-74772ED05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259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521FD20-B9D4-4FD1-9AAD-F4157555AD62}"/>
              </a:ext>
            </a:extLst>
          </p:cNvPr>
          <p:cNvGrpSpPr/>
          <p:nvPr/>
        </p:nvGrpSpPr>
        <p:grpSpPr>
          <a:xfrm rot="10800000">
            <a:off x="1392000" y="0"/>
            <a:ext cx="10800000" cy="6858000"/>
            <a:chOff x="0" y="0"/>
            <a:chExt cx="10800000" cy="6858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7477A35-8424-45D6-A66E-8ACFA6C405B5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BFBA1CE-E9AC-40C0-A7F9-E5671F5FEF9C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0C2729A-59F8-46A4-9AAA-7665E5966E2D}"/>
              </a:ext>
            </a:extLst>
          </p:cNvPr>
          <p:cNvGrpSpPr>
            <a:grpSpLocks noChangeAspect="1"/>
          </p:cNvGrpSpPr>
          <p:nvPr/>
        </p:nvGrpSpPr>
        <p:grpSpPr>
          <a:xfrm rot="16200000" flipH="1">
            <a:off x="-1714500" y="1714500"/>
            <a:ext cx="6858000" cy="3429000"/>
            <a:chOff x="0" y="0"/>
            <a:chExt cx="2880000" cy="1440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3EBBB96-590D-4704-87AD-A00AE2424DE8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89BAB7D-5298-40B9-910B-136D0C6A9934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F323EA00-E168-4864-883B-358A7CDF9153}"/>
              </a:ext>
            </a:extLst>
          </p:cNvPr>
          <p:cNvSpPr>
            <a:spLocks noChangeAspect="1"/>
          </p:cNvSpPr>
          <p:nvPr/>
        </p:nvSpPr>
        <p:spPr>
          <a:xfrm rot="10800000">
            <a:off x="5602287" y="268286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4F2DFA-2F27-43FB-B08C-0787FA44B0D1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D750354-CD8D-4A3B-A7AC-04622BCB049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3ED3C6-DA43-4D1C-9056-407A4FB1C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6"/>
            <a:ext cx="11090275" cy="5759450"/>
          </a:xfrm>
        </p:spPr>
        <p:txBody>
          <a:bodyPr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0CEB41-E921-45ED-951A-861E31E0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B422D-769C-4E63-8763-ABBB88500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8FB6F-2D68-40C0-B628-142011F34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482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ED88E92-14F3-4B58-9E48-1D79E139A89E}"/>
              </a:ext>
            </a:extLst>
          </p:cNvPr>
          <p:cNvGrpSpPr/>
          <p:nvPr/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466AE7-32B6-4334-AF41-B9387E6726C5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59C09F8-90CD-443F-9AA1-D08C56A605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C7304AB-BE7D-45AC-A876-4A24543AE5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E11922B-DDB3-46D7-B1BD-C1CCDB3C42E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580F8F6-E662-4BCD-AC9C-7E5DDBD5A773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A333FE5-ADB0-48EE-A1A6-9AA36DA343A2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B09CD4F-6DF4-48AA-BD35-23E3F2A643F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2223219-ACCC-42F2-A1B4-E3C8C8AB12A4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510B0E9-9BA0-4357-9E04-554C19BAAC89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06DA80-525A-4C9E-A441-50630AA772A4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841E027-8E53-4FEB-8605-2124D85731C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D871A2-AE80-4408-AA95-DC60D132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D122A1-7B97-4979-B319-1CE0A4A49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09A76-7DCD-477A-A6BA-EEA63FF9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6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5C0F5C-A529-490C-8941-78F10C6A00D3}"/>
              </a:ext>
            </a:extLst>
          </p:cNvPr>
          <p:cNvGrpSpPr/>
          <p:nvPr/>
        </p:nvGrpSpPr>
        <p:grpSpPr>
          <a:xfrm flipH="1">
            <a:off x="0" y="0"/>
            <a:ext cx="12191999" cy="6858001"/>
            <a:chOff x="0" y="-2"/>
            <a:chExt cx="12191999" cy="68580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A8D739-B942-4545-9459-A6CAF0444D1F}"/>
                </a:ext>
              </a:extLst>
            </p:cNvPr>
            <p:cNvSpPr/>
            <p:nvPr/>
          </p:nvSpPr>
          <p:spPr>
            <a:xfrm>
              <a:off x="7995665" y="2562224"/>
              <a:ext cx="4196334" cy="4295775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40000"/>
                  </a:schemeClr>
                </a:gs>
                <a:gs pos="34000">
                  <a:schemeClr val="accent3">
                    <a:alpha val="20000"/>
                  </a:schemeClr>
                </a:gs>
                <a:gs pos="65000">
                  <a:schemeClr val="accent3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BB38CCA-110B-4404-9363-BFFA76C096D2}"/>
                </a:ext>
              </a:extLst>
            </p:cNvPr>
            <p:cNvGrpSpPr/>
            <p:nvPr/>
          </p:nvGrpSpPr>
          <p:grpSpPr>
            <a:xfrm rot="16200000">
              <a:off x="2295528" y="-2295528"/>
              <a:ext cx="6858000" cy="11449051"/>
              <a:chOff x="0" y="2333625"/>
              <a:chExt cx="9515474" cy="3766109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223FE99-C58F-4A56-8F8E-2942FF74E4BD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BD4511-8AB6-4BD3-8410-7FB3EC8D42B2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A8CA067-2248-4BD3-B56E-2C014AEB2273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583369" y="-3583369"/>
              <a:ext cx="4713262" cy="11880000"/>
              <a:chOff x="1" y="0"/>
              <a:chExt cx="8305797" cy="6858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C017B9B-2727-4255-8F80-9D4C2A5AE297}"/>
                  </a:ext>
                </a:extLst>
              </p:cNvPr>
              <p:cNvSpPr/>
              <p:nvPr/>
            </p:nvSpPr>
            <p:spPr>
              <a:xfrm>
                <a:off x="931" y="342900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3C5F16-BC47-4707-B6B7-DC5262ACDC51}"/>
                  </a:ext>
                </a:extLst>
              </p:cNvPr>
              <p:cNvSpPr/>
              <p:nvPr/>
            </p:nvSpPr>
            <p:spPr>
              <a:xfrm flipV="1">
                <a:off x="1" y="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E88FE13-0734-4BB3-B4D1-7C53A194DA84}"/>
                </a:ext>
              </a:extLst>
            </p:cNvPr>
            <p:cNvGrpSpPr/>
            <p:nvPr/>
          </p:nvGrpSpPr>
          <p:grpSpPr>
            <a:xfrm>
              <a:off x="2676525" y="0"/>
              <a:ext cx="9515473" cy="3766109"/>
              <a:chOff x="2333625" y="2433367"/>
              <a:chExt cx="9897159" cy="3766109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9B7EF7-1EDF-4AC7-8E40-C2801783AC85}"/>
                  </a:ext>
                </a:extLst>
              </p:cNvPr>
              <p:cNvSpPr/>
              <p:nvPr/>
            </p:nvSpPr>
            <p:spPr>
              <a:xfrm>
                <a:off x="728220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25CA0A0-9A3F-498E-983D-B3285EF5AD9A}"/>
                  </a:ext>
                </a:extLst>
              </p:cNvPr>
              <p:cNvSpPr/>
              <p:nvPr/>
            </p:nvSpPr>
            <p:spPr>
              <a:xfrm flipH="1">
                <a:off x="233362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171814-E4F0-44B5-BC3F-588512210991}"/>
                </a:ext>
              </a:extLst>
            </p:cNvPr>
            <p:cNvGrpSpPr/>
            <p:nvPr/>
          </p:nvGrpSpPr>
          <p:grpSpPr>
            <a:xfrm>
              <a:off x="0" y="0"/>
              <a:ext cx="9515473" cy="3766109"/>
              <a:chOff x="0" y="2333625"/>
              <a:chExt cx="9515473" cy="3766109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E666ACD-EB1C-4732-971B-C3B26061DB82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A4E213B-7F96-44C1-90B3-B72E9387BF73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FE392AA-35E5-40E5-9309-284A0C5410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A8188C-9713-46E1-AA5C-C84FE515F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99" y="540000"/>
            <a:ext cx="4511425" cy="2771774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192CC-893A-4A84-A7E9-F389D83F0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2400" y="540000"/>
            <a:ext cx="6408736" cy="5759450"/>
          </a:xfrm>
        </p:spPr>
        <p:txBody>
          <a:bodyPr/>
          <a:lstStyle>
            <a:lvl1pPr>
              <a:defRPr sz="3200"/>
            </a:lvl1pPr>
            <a:lvl2pPr>
              <a:defRPr sz="24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CC7765-7D44-43DD-A1DF-419D3E1C6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0000" y="3536950"/>
            <a:ext cx="4511426" cy="2771775"/>
          </a:xfrm>
        </p:spPr>
        <p:txBody>
          <a:bodyPr/>
          <a:lstStyle>
            <a:lvl1pPr marL="0" indent="0">
              <a:buNone/>
              <a:defRPr sz="1600" cap="all" spc="3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D36875-AFB0-4905-8C9E-A72B4F597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437ABF-7E70-4E45-A67B-C503BF182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8016CA-2983-47BF-BA09-2130A40C8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53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97E00A2-2906-4C97-9D1F-C789D3ADD373}"/>
              </a:ext>
            </a:extLst>
          </p:cNvPr>
          <p:cNvGrpSpPr/>
          <p:nvPr/>
        </p:nvGrpSpPr>
        <p:grpSpPr>
          <a:xfrm rot="10800000">
            <a:off x="1392000" y="0"/>
            <a:ext cx="10800000" cy="6858000"/>
            <a:chOff x="0" y="0"/>
            <a:chExt cx="10800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CE8EF9-87D6-47FD-B7D3-2D48D8E48AC3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84998E-9D37-4D0D-889A-C67531E5295C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B575B0B-C502-438E-967C-64D268031426}"/>
              </a:ext>
            </a:extLst>
          </p:cNvPr>
          <p:cNvGrpSpPr>
            <a:grpSpLocks noChangeAspect="1"/>
          </p:cNvGrpSpPr>
          <p:nvPr/>
        </p:nvGrpSpPr>
        <p:grpSpPr>
          <a:xfrm rot="16200000" flipH="1">
            <a:off x="-1714500" y="1714500"/>
            <a:ext cx="6858000" cy="3429000"/>
            <a:chOff x="0" y="0"/>
            <a:chExt cx="2880000" cy="1440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FC29931-00EB-4F74-BE4C-172A4C282A26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9B4C87-FDD3-406D-BE06-3ABF69905E03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D817A89-A0E1-4190-90AE-0571E6CE8FC6}"/>
              </a:ext>
            </a:extLst>
          </p:cNvPr>
          <p:cNvSpPr>
            <a:spLocks noChangeAspect="1"/>
          </p:cNvSpPr>
          <p:nvPr/>
        </p:nvSpPr>
        <p:spPr>
          <a:xfrm rot="10800000">
            <a:off x="5602287" y="268286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FD20388-C666-4992-920D-5F034214950C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AB0CC3-A07E-43B8-9B34-0A67C1806D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1800A6-9706-4B81-B957-C950A5F7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99" y="540000"/>
            <a:ext cx="4511425" cy="2771774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17652B-AA0D-4574-AF1D-7F7442D84B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32400" y="549275"/>
            <a:ext cx="6408736" cy="57594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A19547-D24B-4BD1-8C26-318450B17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9999" y="3536950"/>
            <a:ext cx="4511425" cy="2771774"/>
          </a:xfrm>
        </p:spPr>
        <p:txBody>
          <a:bodyPr/>
          <a:lstStyle>
            <a:lvl1pPr marL="0" indent="0">
              <a:buNone/>
              <a:defRPr sz="1600" cap="all" spc="3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A22E6-7E01-4547-8555-B2C197543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0F6BEC-98F3-43FE-BA9B-B046D8917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FAF54-57F0-46F9-A1BA-B554E1401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25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C461672-F18A-4768-9850-0531FD3720BA}"/>
              </a:ext>
            </a:extLst>
          </p:cNvPr>
          <p:cNvGrpSpPr/>
          <p:nvPr/>
        </p:nvGrpSpPr>
        <p:grpSpPr>
          <a:xfrm rot="10800000">
            <a:off x="5921828" y="2876440"/>
            <a:ext cx="6270171" cy="3981559"/>
            <a:chOff x="0" y="0"/>
            <a:chExt cx="10800000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FA73898-D78C-45F9-AFC1-2AB16F6725C2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C423E3-700B-43D6-A2CB-F3C871632C20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F05B2A-1EC7-4131-B899-C7ECB9A502EB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0" y="-1"/>
            <a:ext cx="9361714" cy="4680857"/>
            <a:chOff x="0" y="0"/>
            <a:chExt cx="2880000" cy="144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711D4C-4FFE-4151-B53D-60890F0F5827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69D6393-413D-4151-BC2C-43161BE4A799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96370B9-6459-4B05-9A8B-A9E7FA8966CD}"/>
              </a:ext>
            </a:extLst>
          </p:cNvPr>
          <p:cNvSpPr>
            <a:spLocks noChangeAspect="1"/>
          </p:cNvSpPr>
          <p:nvPr/>
        </p:nvSpPr>
        <p:spPr>
          <a:xfrm rot="10800000">
            <a:off x="8430794" y="3096793"/>
            <a:ext cx="3761205" cy="37612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4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AC0C6-74C3-4E55-AA42-A9F1A4B1B210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2C27A4-86D3-4C83-8022-E37A8672A9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F1FF59-E1BE-4475-953B-5BF6FBC1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090273" cy="180022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F1F045-44C5-4165-A640-4E4D33A59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40000" y="2528887"/>
            <a:ext cx="11090276" cy="377983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7047A-D05B-44E9-A240-BDB881C42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CB2E8-A68D-478D-A728-C9612848C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E4F1D-3280-4DB5-B2E0-DA7F1071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98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C627D45-FE54-49FF-A37F-6206993AEFD8}"/>
              </a:ext>
            </a:extLst>
          </p:cNvPr>
          <p:cNvGrpSpPr/>
          <p:nvPr/>
        </p:nvGrpSpPr>
        <p:grpSpPr>
          <a:xfrm>
            <a:off x="0" y="-3"/>
            <a:ext cx="12192000" cy="6858003"/>
            <a:chOff x="0" y="-3"/>
            <a:chExt cx="12192000" cy="6858003"/>
          </a:xfrm>
        </p:grpSpPr>
        <p:sp useBgFill="1">
          <p:nvSpPr>
            <p:cNvPr id="8" name="Rectangle 7">
              <a:extLst>
                <a:ext uri="{FF2B5EF4-FFF2-40B4-BE49-F238E27FC236}">
                  <a16:creationId xmlns:a16="http://schemas.microsoft.com/office/drawing/2014/main" id="{879CEFA6-CCA5-4FEF-B53D-E74B1E67E9C7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CFCD768-2100-4B20-87EF-9F92EFBD8FA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72000" y="-3"/>
              <a:ext cx="11520000" cy="5760000"/>
              <a:chOff x="5981700" y="-1"/>
              <a:chExt cx="6042660" cy="302133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0D1B599-DFF1-4E00-9EAE-EE32BD7B4860}"/>
                  </a:ext>
                </a:extLst>
              </p:cNvPr>
              <p:cNvSpPr/>
              <p:nvPr/>
            </p:nvSpPr>
            <p:spPr>
              <a:xfrm>
                <a:off x="900303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0FCF7F6-290B-4DE7-BA60-863CBF95C2AF}"/>
                  </a:ext>
                </a:extLst>
              </p:cNvPr>
              <p:cNvSpPr/>
              <p:nvPr/>
            </p:nvSpPr>
            <p:spPr>
              <a:xfrm flipH="1">
                <a:off x="598170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59358AB-E1C9-402B-9F3F-28B4F50DAC6F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78C24EC-8C5D-4A7E-9D57-C752E0DC94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538000"/>
              <a:ext cx="4320000" cy="4320000"/>
            </a:xfrm>
            <a:prstGeom prst="ellipse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C0B30A-4855-4424-B3A8-AC110CA8356F}"/>
                </a:ext>
              </a:extLst>
            </p:cNvPr>
            <p:cNvGrpSpPr/>
            <p:nvPr/>
          </p:nvGrpSpPr>
          <p:grpSpPr>
            <a:xfrm rot="10800000">
              <a:off x="1" y="2948940"/>
              <a:ext cx="7818118" cy="3909059"/>
              <a:chOff x="0" y="0"/>
              <a:chExt cx="2880000" cy="144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C119EB9-1A9A-45A4-AE16-9968A70C5C35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A5B7B85-4DC3-4343-B734-4852DD5DF033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F3733E-DBA5-4A25-9315-B7A1A5E7A1FF}"/>
                </a:ext>
              </a:extLst>
            </p:cNvPr>
            <p:cNvSpPr>
              <a:spLocks noChangeAspect="1"/>
            </p:cNvSpPr>
            <p:nvPr/>
          </p:nvSpPr>
          <p:spPr>
            <a:xfrm rot="10800000" flipH="1">
              <a:off x="0" y="521786"/>
              <a:ext cx="6336213" cy="6336213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AAB30D07-BE85-45CD-8055-8C57B00E295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7FFCCA-9DBF-4E0A-BDC6-F7B8F39BD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12238" y="539999"/>
            <a:ext cx="2628900" cy="576872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1F1B23-21CD-4A3B-938B-5502019A1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50863" y="539999"/>
            <a:ext cx="8245475" cy="57687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9C884-5A98-4C01-BB89-098AC6966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4D22-9CD7-4FC6-9444-21948246C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ECC14-D66C-401A-A0C9-DFCA5533A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17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749C77-AA3A-4DA0-9E20-32FCD2B8B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8DC81A-9B5E-4A92-AA7B-3D750F95F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2528887"/>
            <a:ext cx="11101136" cy="3779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B8083-48FB-4D6A-B77A-262FE3E23D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314400"/>
            <a:ext cx="7350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100" baseline="0">
                <a:solidFill>
                  <a:schemeClr val="tx1"/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DA5BD-F7C8-4883-81D1-EF1F6F00E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75613" y="6314400"/>
            <a:ext cx="26234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none" spc="100" baseline="0">
                <a:solidFill>
                  <a:schemeClr val="tx1"/>
                </a:solidFill>
              </a:defRPr>
            </a:lvl1pPr>
          </a:lstStyle>
          <a:p>
            <a:pPr algn="r"/>
            <a:fld id="{7CF0BCE0-945C-4FDF-95A1-2149B1FF5B83}" type="datetimeFigureOut">
              <a:rPr lang="en-US" smtClean="0"/>
              <a:pPr algn="r"/>
              <a:t>3/7/25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8FEDB-2614-400B-9C19-0F4D448D98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83899" y="6314400"/>
            <a:ext cx="7572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4CD77608-3819-479B-BB98-C216BA724EFE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521775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63" r:id="rId5"/>
    <p:sldLayoutId id="2147483868" r:id="rId6"/>
    <p:sldLayoutId id="2147483864" r:id="rId7"/>
    <p:sldLayoutId id="2147483865" r:id="rId8"/>
    <p:sldLayoutId id="2147483866" r:id="rId9"/>
    <p:sldLayoutId id="2147483867" r:id="rId10"/>
    <p:sldLayoutId id="214748386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27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C51935E-4A08-4AE4-8E13-F40CD3C4F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0000" y="540000"/>
            <a:ext cx="5437187" cy="47920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500"/>
              <a:t>ML 24/2502 Investigate Input reconstruction by using Classifiers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0864" y="5516562"/>
            <a:ext cx="4500562" cy="79631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5000"/>
              </a:lnSpc>
            </a:pPr>
            <a:endParaRPr lang="en-US"/>
          </a:p>
          <a:p>
            <a:pPr>
              <a:lnSpc>
                <a:spcPct val="115000"/>
              </a:lnSpc>
            </a:pPr>
            <a:r>
              <a:rPr lang="en-US"/>
              <a:t> 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7014575-F0CE-4EAB-917E-3325411BA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25125" y="3600"/>
            <a:ext cx="7266875" cy="6854400"/>
            <a:chOff x="4925125" y="3600"/>
            <a:chExt cx="7266875" cy="6854400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2DB3702B-264B-4A16-B3FF-E2B1366D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25125" y="1098000"/>
              <a:ext cx="5760000" cy="5760000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2A33E2F-6DB3-47D1-B577-F0D4289E8A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05686" y="65314"/>
              <a:ext cx="4320000" cy="4320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A4F24FF8-D392-412B-AB34-A7D89311B0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37600" y="360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C6CDA467-8731-7374-36C5-33CFC5B479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672" r="6351" b="4"/>
          <a:stretch/>
        </p:blipFill>
        <p:spPr>
          <a:xfrm>
            <a:off x="4896763" y="-1"/>
            <a:ext cx="6858000" cy="6858000"/>
          </a:xfrm>
          <a:custGeom>
            <a:avLst/>
            <a:gdLst/>
            <a:ahLst/>
            <a:cxnLst/>
            <a:rect l="l" t="t" r="r" b="b"/>
            <a:pathLst>
              <a:path w="6858000" h="6858000">
                <a:moveTo>
                  <a:pt x="3429001" y="0"/>
                </a:moveTo>
                <a:cubicBezTo>
                  <a:pt x="5322784" y="0"/>
                  <a:pt x="6858000" y="1535216"/>
                  <a:pt x="6858000" y="3429001"/>
                </a:cubicBezTo>
                <a:cubicBezTo>
                  <a:pt x="6858000" y="5322785"/>
                  <a:pt x="5322784" y="6858000"/>
                  <a:pt x="3429001" y="6858000"/>
                </a:cubicBezTo>
                <a:cubicBezTo>
                  <a:pt x="1535216" y="6858000"/>
                  <a:pt x="0" y="5322785"/>
                  <a:pt x="0" y="3429001"/>
                </a:cubicBezTo>
                <a:cubicBezTo>
                  <a:pt x="0" y="1535216"/>
                  <a:pt x="1535216" y="0"/>
                  <a:pt x="3429001" y="0"/>
                </a:cubicBezTo>
                <a:close/>
              </a:path>
            </a:pathLst>
          </a:custGeom>
          <a:effectLst>
            <a:softEdge rad="10160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FF807-331D-E1D9-5C25-E0D57AE6C39C}"/>
              </a:ext>
            </a:extLst>
          </p:cNvPr>
          <p:cNvSpPr txBox="1"/>
          <p:nvPr/>
        </p:nvSpPr>
        <p:spPr>
          <a:xfrm>
            <a:off x="398971" y="4879744"/>
            <a:ext cx="4685368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Team </a:t>
            </a:r>
            <a:r>
              <a:rPr lang="en-GB" dirty="0" err="1"/>
              <a:t>Untilted</a:t>
            </a:r>
            <a:endParaRPr lang="en-US" dirty="0" err="1"/>
          </a:p>
          <a:p>
            <a:pPr>
              <a:spcAft>
                <a:spcPts val="600"/>
              </a:spcAft>
            </a:pPr>
            <a:br>
              <a:rPr lang="en-GB" dirty="0"/>
            </a:br>
            <a:r>
              <a:rPr lang="en-GB" dirty="0"/>
              <a:t>~Priyanshu</a:t>
            </a:r>
            <a:br>
              <a:rPr lang="en-GB" dirty="0"/>
            </a:br>
            <a:r>
              <a:rPr lang="en-GB" dirty="0"/>
              <a:t>~Manoj</a:t>
            </a:r>
          </a:p>
          <a:p>
            <a:pPr>
              <a:spcAft>
                <a:spcPts val="600"/>
              </a:spcAft>
            </a:pPr>
            <a:r>
              <a:rPr lang="en-GB" dirty="0"/>
              <a:t>~Akshay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7D2FD795-8DF5-44F0-8664-4D8F626DD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C6B683D-13FA-4605-8648-01FC9C82F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52A959-AA36-4E4C-940B-F33A7BE0A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FFC38A9-EA65-4BD6-A6E1-CAD07CCB8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9E36CA9-9013-4306-B36F-2E349B6FED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E8D3FFE-4362-43F6-99D3-1B83F7AD59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7AA39D6-8796-468A-8C18-D17C0BBF21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5967788-298A-4B75-B02F-0625E5F84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D0FB4E1-29BE-427B-9999-B25351A07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9914662-C165-4AD1-89C0-F6C47C1090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84C8199-BC83-4D02-8937-CF9AB0F4CF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28F3F3-1D22-45C2-8627-C7E4E74BD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9D8267F7-1115-4F9A-BEF5-BB6664BCF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12B66-D523-FB46-68B8-568571D8F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315" y="545126"/>
            <a:ext cx="4554821" cy="2186096"/>
          </a:xfrm>
        </p:spPr>
        <p:txBody>
          <a:bodyPr anchor="t">
            <a:normAutofit/>
          </a:bodyPr>
          <a:lstStyle/>
          <a:p>
            <a:r>
              <a:rPr lang="en-GB" b="1">
                <a:ea typeface="+mj-lt"/>
                <a:cs typeface="+mj-lt"/>
              </a:rPr>
              <a:t>Objective</a:t>
            </a:r>
            <a:r>
              <a:rPr lang="en-GB"/>
              <a:t> </a:t>
            </a:r>
            <a:endParaRPr lang="en-US"/>
          </a:p>
        </p:txBody>
      </p:sp>
      <p:pic>
        <p:nvPicPr>
          <p:cNvPr id="42" name="Graphic 41" descr="Group Brainstorm">
            <a:extLst>
              <a:ext uri="{FF2B5EF4-FFF2-40B4-BE49-F238E27FC236}">
                <a16:creationId xmlns:a16="http://schemas.microsoft.com/office/drawing/2014/main" id="{E2311EFB-690D-456D-2FBD-1B5124E8C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0494" y="540000"/>
            <a:ext cx="5768725" cy="576872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B056-E99F-3B42-4BB0-1BCDDF6EA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6367" y="1646334"/>
            <a:ext cx="4544769" cy="466239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Explore how classifiers can reverse-engineer inputs in the HTM (Hierarchical Temporal Memory) framework. We'll focus on two classifiers — </a:t>
            </a:r>
            <a:r>
              <a:rPr lang="en-GB" sz="1100" b="1" err="1">
                <a:ea typeface="+mn-lt"/>
                <a:cs typeface="+mn-lt"/>
              </a:rPr>
              <a:t>HtmClassifier</a:t>
            </a:r>
            <a:r>
              <a:rPr lang="en-GB" sz="1100">
                <a:ea typeface="+mn-lt"/>
                <a:cs typeface="+mn-lt"/>
              </a:rPr>
              <a:t> and </a:t>
            </a:r>
            <a:r>
              <a:rPr lang="en-GB" sz="1100" b="1">
                <a:ea typeface="+mn-lt"/>
                <a:cs typeface="+mn-lt"/>
              </a:rPr>
              <a:t>KNN Classifier</a:t>
            </a:r>
            <a:r>
              <a:rPr lang="en-GB" sz="1100">
                <a:ea typeface="+mn-lt"/>
                <a:cs typeface="+mn-lt"/>
              </a:rPr>
              <a:t> — to reconstruct inputs from SDRs (Sparse Distributed Representations).</a:t>
            </a:r>
          </a:p>
          <a:p>
            <a:pPr marL="269875" indent="-269875">
              <a:lnSpc>
                <a:spcPct val="115000"/>
              </a:lnSpc>
            </a:pPr>
            <a:r>
              <a:rPr lang="en-GB" sz="1100" b="1">
                <a:ea typeface="+mn-lt"/>
                <a:cs typeface="+mn-lt"/>
              </a:rPr>
              <a:t>Key Goals: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Run an extended </a:t>
            </a:r>
            <a:r>
              <a:rPr lang="en-GB" sz="1100" b="1" err="1">
                <a:ea typeface="+mn-lt"/>
                <a:cs typeface="+mn-lt"/>
              </a:rPr>
              <a:t>SpatialLearning</a:t>
            </a:r>
            <a:r>
              <a:rPr lang="en-GB" sz="1100">
                <a:ea typeface="+mn-lt"/>
                <a:cs typeface="+mn-lt"/>
              </a:rPr>
              <a:t> experiment.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Reconstruct inputs using the </a:t>
            </a:r>
            <a:r>
              <a:rPr lang="en-GB" sz="1100" b="1" err="1">
                <a:ea typeface="+mn-lt"/>
                <a:cs typeface="+mn-lt"/>
              </a:rPr>
              <a:t>IClassifier</a:t>
            </a:r>
            <a:r>
              <a:rPr lang="en-GB" sz="1100">
                <a:ea typeface="+mn-lt"/>
                <a:cs typeface="+mn-lt"/>
              </a:rPr>
              <a:t> interface.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Compare reconstructed inputs with original ones using similarity metrics.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Visualize results with </a:t>
            </a:r>
            <a:r>
              <a:rPr lang="en-GB" sz="1100" b="1">
                <a:ea typeface="+mn-lt"/>
                <a:cs typeface="+mn-lt"/>
              </a:rPr>
              <a:t>similarity graphs</a:t>
            </a:r>
            <a:r>
              <a:rPr lang="en-GB" sz="1100">
                <a:ea typeface="+mn-lt"/>
                <a:cs typeface="+mn-lt"/>
              </a:rPr>
              <a:t> for both classifiers.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 err="1">
                <a:ea typeface="+mn-lt"/>
                <a:cs typeface="+mn-lt"/>
              </a:rPr>
              <a:t>Analyze</a:t>
            </a:r>
            <a:r>
              <a:rPr lang="en-GB" sz="1100">
                <a:ea typeface="+mn-lt"/>
                <a:cs typeface="+mn-lt"/>
              </a:rPr>
              <a:t> and compare the performance of </a:t>
            </a:r>
            <a:r>
              <a:rPr lang="en-GB" sz="1100" b="1" err="1">
                <a:ea typeface="+mn-lt"/>
                <a:cs typeface="+mn-lt"/>
              </a:rPr>
              <a:t>HtmClassifier</a:t>
            </a:r>
            <a:r>
              <a:rPr lang="en-GB" sz="1100" b="1">
                <a:ea typeface="+mn-lt"/>
                <a:cs typeface="+mn-lt"/>
              </a:rPr>
              <a:t> vs. KNN</a:t>
            </a:r>
            <a:r>
              <a:rPr lang="en-GB" sz="1100">
                <a:ea typeface="+mn-lt"/>
                <a:cs typeface="+mn-lt"/>
              </a:rPr>
              <a:t>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200" b="1">
                <a:ea typeface="+mn-lt"/>
                <a:cs typeface="+mn-lt"/>
              </a:rPr>
              <a:t>Outcome:</a:t>
            </a:r>
            <a:br>
              <a:rPr lang="en-GB" sz="1100" b="1">
                <a:ea typeface="+mn-lt"/>
                <a:cs typeface="+mn-lt"/>
              </a:rPr>
            </a:br>
            <a:r>
              <a:rPr lang="en-GB" sz="1100" b="1">
                <a:ea typeface="+mn-lt"/>
                <a:cs typeface="+mn-lt"/>
              </a:rPr>
              <a:t>Understand which classifier better preserves original inputs, offering insights for improved input reconstruction in HTM systems. 🚀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1901418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807C163-87AF-4BC4-ADE2-4E5EAFEEE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696E8E-5A50-4F12-9E0B-502F85061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B8A07F7-656D-4B06-860B-429032521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D932A44-B2F8-4EA5-A529-D1EF350CB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211287-5AF6-4DE8-9550-CE2475D62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35D3D5B-2BDE-4FFA-AD19-2A6FA11B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5141913-6183-49C2-BACE-61AF50181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CBF2F32-98FF-4601-8322-C5E0724D9D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AF3E2D8-35DA-4B2D-891A-A1594F7DB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4543934E-E678-45FF-8C62-1EF71BABE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9B54ED7-1C7F-4C59-B1CB-84D3D9C21C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BFC7E0-9992-4076-88C6-3354EB12EB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9C03209-5BD8-4B0B-847E-430FFF592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FBFE0A-72CB-FD82-287D-1F451B31E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/>
              <a:t>Objective ( content which is good ?)</a:t>
            </a:r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5EFD7C19-AC47-CAE2-0BC2-A9A5A7D626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2358446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85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BCFFAB-27E4-BD8D-C303-F61F7037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CB80451-1196-1C3A-D117-DE2515FA1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94140D9-4B1D-B6AB-62B2-649B6D003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7266875" cy="6858000"/>
            <a:chOff x="0" y="0"/>
            <a:chExt cx="7266875" cy="6858000"/>
          </a:xfrm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C2C57EA-229D-CD1A-848C-56C00019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600"/>
              <a:ext cx="7266875" cy="6854400"/>
            </a:xfrm>
            <a:custGeom>
              <a:avLst/>
              <a:gdLst>
                <a:gd name="connsiteX0" fmla="*/ 3839675 w 7266875"/>
                <a:gd name="connsiteY0" fmla="*/ 0 h 6854400"/>
                <a:gd name="connsiteX1" fmla="*/ 7266875 w 7266875"/>
                <a:gd name="connsiteY1" fmla="*/ 3427200 h 6854400"/>
                <a:gd name="connsiteX2" fmla="*/ 3839675 w 7266875"/>
                <a:gd name="connsiteY2" fmla="*/ 6854400 h 6854400"/>
                <a:gd name="connsiteX3" fmla="*/ 3489264 w 7266875"/>
                <a:gd name="connsiteY3" fmla="*/ 6836706 h 6854400"/>
                <a:gd name="connsiteX4" fmla="*/ 3327588 w 7266875"/>
                <a:gd name="connsiteY4" fmla="*/ 6816161 h 6854400"/>
                <a:gd name="connsiteX5" fmla="*/ 3174464 w 7266875"/>
                <a:gd name="connsiteY5" fmla="*/ 6839531 h 6854400"/>
                <a:gd name="connsiteX6" fmla="*/ 2880000 w 7266875"/>
                <a:gd name="connsiteY6" fmla="*/ 6854400 h 6854400"/>
                <a:gd name="connsiteX7" fmla="*/ 0 w 7266875"/>
                <a:gd name="connsiteY7" fmla="*/ 3974400 h 6854400"/>
                <a:gd name="connsiteX8" fmla="*/ 226325 w 7266875"/>
                <a:gd name="connsiteY8" fmla="*/ 2853374 h 6854400"/>
                <a:gd name="connsiteX9" fmla="*/ 258015 w 7266875"/>
                <a:gd name="connsiteY9" fmla="*/ 2787590 h 6854400"/>
                <a:gd name="connsiteX10" fmla="*/ 224445 w 7266875"/>
                <a:gd name="connsiteY10" fmla="*/ 2657030 h 6854400"/>
                <a:gd name="connsiteX11" fmla="*/ 180561 w 7266875"/>
                <a:gd name="connsiteY11" fmla="*/ 2221714 h 6854400"/>
                <a:gd name="connsiteX12" fmla="*/ 2340561 w 7266875"/>
                <a:gd name="connsiteY12" fmla="*/ 61714 h 6854400"/>
                <a:gd name="connsiteX13" fmla="*/ 2828370 w 7266875"/>
                <a:gd name="connsiteY13" fmla="*/ 117025 h 6854400"/>
                <a:gd name="connsiteX14" fmla="*/ 2891183 w 7266875"/>
                <a:gd name="connsiteY14" fmla="*/ 134017 h 6854400"/>
                <a:gd name="connsiteX15" fmla="*/ 2983165 w 7266875"/>
                <a:gd name="connsiteY15" fmla="*/ 107897 h 6854400"/>
                <a:gd name="connsiteX16" fmla="*/ 3839675 w 7266875"/>
                <a:gd name="connsiteY16" fmla="*/ 0 h 6854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66875" h="6854400">
                  <a:moveTo>
                    <a:pt x="3839675" y="0"/>
                  </a:moveTo>
                  <a:cubicBezTo>
                    <a:pt x="5732465" y="0"/>
                    <a:pt x="7266875" y="1534410"/>
                    <a:pt x="7266875" y="3427200"/>
                  </a:cubicBezTo>
                  <a:cubicBezTo>
                    <a:pt x="7266875" y="5319990"/>
                    <a:pt x="5732465" y="6854400"/>
                    <a:pt x="3839675" y="6854400"/>
                  </a:cubicBezTo>
                  <a:cubicBezTo>
                    <a:pt x="3721376" y="6854400"/>
                    <a:pt x="3604476" y="6848406"/>
                    <a:pt x="3489264" y="6836706"/>
                  </a:cubicBezTo>
                  <a:lnTo>
                    <a:pt x="3327588" y="6816161"/>
                  </a:lnTo>
                  <a:lnTo>
                    <a:pt x="3174464" y="6839531"/>
                  </a:lnTo>
                  <a:cubicBezTo>
                    <a:pt x="3077646" y="6849363"/>
                    <a:pt x="2979412" y="6854400"/>
                    <a:pt x="2880000" y="6854400"/>
                  </a:cubicBezTo>
                  <a:cubicBezTo>
                    <a:pt x="1289420" y="6854400"/>
                    <a:pt x="0" y="5564980"/>
                    <a:pt x="0" y="3974400"/>
                  </a:cubicBezTo>
                  <a:cubicBezTo>
                    <a:pt x="0" y="3576755"/>
                    <a:pt x="80589" y="3197933"/>
                    <a:pt x="226325" y="2853374"/>
                  </a:cubicBezTo>
                  <a:lnTo>
                    <a:pt x="258015" y="2787590"/>
                  </a:lnTo>
                  <a:lnTo>
                    <a:pt x="224445" y="2657030"/>
                  </a:lnTo>
                  <a:cubicBezTo>
                    <a:pt x="195672" y="2516419"/>
                    <a:pt x="180561" y="2370831"/>
                    <a:pt x="180561" y="2221714"/>
                  </a:cubicBezTo>
                  <a:cubicBezTo>
                    <a:pt x="180561" y="1028779"/>
                    <a:pt x="1147626" y="61714"/>
                    <a:pt x="2340561" y="61714"/>
                  </a:cubicBezTo>
                  <a:cubicBezTo>
                    <a:pt x="2508318" y="61714"/>
                    <a:pt x="2671608" y="80838"/>
                    <a:pt x="2828370" y="117025"/>
                  </a:cubicBezTo>
                  <a:lnTo>
                    <a:pt x="2891183" y="134017"/>
                  </a:lnTo>
                  <a:lnTo>
                    <a:pt x="2983165" y="107897"/>
                  </a:lnTo>
                  <a:cubicBezTo>
                    <a:pt x="3256928" y="37461"/>
                    <a:pt x="3543927" y="0"/>
                    <a:pt x="3839675" y="0"/>
                  </a:cubicBezTo>
                  <a:close/>
                </a:path>
              </a:pathLst>
            </a:custGeom>
            <a:solidFill>
              <a:schemeClr val="bg2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405D270-373D-AAC6-EFB4-D73C691FA2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094400"/>
              <a:ext cx="5760000" cy="5760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0E6C8C09-D87F-89DD-C5F3-C7B31C66E8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0561" y="61714"/>
              <a:ext cx="4320000" cy="4320000"/>
            </a:xfrm>
            <a:prstGeom prst="ellipse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D2694D1-0EA1-3E18-EE42-4855117116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2475" y="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680FF7C-6865-E3FC-2CEF-50E658472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833015"/>
            <a:ext cx="5958000" cy="5202026"/>
          </a:xfrm>
        </p:spPr>
        <p:txBody>
          <a:bodyPr anchor="ctr">
            <a:normAutofit/>
          </a:bodyPr>
          <a:lstStyle/>
          <a:p>
            <a:pPr algn="ctr"/>
            <a:r>
              <a:rPr lang="en-GB" sz="880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F9BE3-F37B-A398-3DB8-989081707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2" y="540347"/>
            <a:ext cx="4537075" cy="5760000"/>
          </a:xfrm>
        </p:spPr>
        <p:txBody>
          <a:bodyPr anchor="ctr">
            <a:normAutofit/>
          </a:bodyPr>
          <a:lstStyle/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Classifiers</a:t>
            </a:r>
            <a:r>
              <a:rPr lang="en-GB">
                <a:ea typeface="+mn-lt"/>
                <a:cs typeface="+mn-lt"/>
              </a:rPr>
              <a:t> are models that categorize data into different classes.</a:t>
            </a:r>
            <a:endParaRPr lang="en-US"/>
          </a:p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HTM (Hierarchical Temporal Memory)</a:t>
            </a:r>
            <a:r>
              <a:rPr lang="en-GB">
                <a:ea typeface="+mn-lt"/>
                <a:cs typeface="+mn-lt"/>
              </a:rPr>
              <a:t> mimics the neocortex for learning patterns.</a:t>
            </a:r>
            <a:endParaRPr lang="en-GB"/>
          </a:p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KNN (K-Nearest Neighbors)</a:t>
            </a:r>
            <a:r>
              <a:rPr lang="en-GB">
                <a:ea typeface="+mn-lt"/>
                <a:cs typeface="+mn-lt"/>
              </a:rPr>
              <a:t> uses distance-based similarity for classification.</a:t>
            </a:r>
            <a:endParaRPr lang="en-GB"/>
          </a:p>
          <a:p>
            <a:pPr marL="269875" indent="-269875">
              <a:buFont typeface="Arial"/>
              <a:buChar char="•"/>
            </a:pPr>
            <a:r>
              <a:rPr lang="en-GB">
                <a:ea typeface="+mn-lt"/>
                <a:cs typeface="+mn-lt"/>
              </a:rPr>
              <a:t>Goal: Understand how HTM and KNN can reconstruct inputs from encoded representations.</a:t>
            </a:r>
          </a:p>
          <a:p>
            <a:pPr marL="228600" indent="-228600">
              <a:buFont typeface=""/>
              <a:buChar char="•"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489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03467A-2AA2-C160-3B75-F1C51E32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81C8C0F4-5C44-4C3F-B321-5CB3E2BA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87A62DB-71D7-497D-BE1C-933ECB515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25125" y="3600"/>
            <a:ext cx="7266875" cy="6854400"/>
            <a:chOff x="4925125" y="3600"/>
            <a:chExt cx="7266875" cy="68544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DAC2767-A7E3-4697-90F6-443A583140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25125" y="1098000"/>
              <a:ext cx="5760000" cy="5760000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B23E396-A746-411A-8709-32ABC4DDE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05686" y="65314"/>
              <a:ext cx="4320000" cy="4320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135C986-CB82-4211-A910-D232B9BCA1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37600" y="360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60" name="Freeform: Shape 59">
            <a:extLst>
              <a:ext uri="{FF2B5EF4-FFF2-40B4-BE49-F238E27FC236}">
                <a16:creationId xmlns:a16="http://schemas.microsoft.com/office/drawing/2014/main" id="{837F2C8F-CC11-4A18-AA7E-AE8C022CD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6000" y="1"/>
            <a:ext cx="6858000" cy="6857999"/>
          </a:xfrm>
          <a:custGeom>
            <a:avLst/>
            <a:gdLst>
              <a:gd name="connsiteX0" fmla="*/ 3428961 w 6858000"/>
              <a:gd name="connsiteY0" fmla="*/ 0 h 6857999"/>
              <a:gd name="connsiteX1" fmla="*/ 3429042 w 6858000"/>
              <a:gd name="connsiteY1" fmla="*/ 0 h 6857999"/>
              <a:gd name="connsiteX2" fmla="*/ 3605457 w 6858000"/>
              <a:gd name="connsiteY2" fmla="*/ 4461 h 6857999"/>
              <a:gd name="connsiteX3" fmla="*/ 6858000 w 6858000"/>
              <a:gd name="connsiteY3" fmla="*/ 3429000 h 6857999"/>
              <a:gd name="connsiteX4" fmla="*/ 3429001 w 6858000"/>
              <a:gd name="connsiteY4" fmla="*/ 6857999 h 6857999"/>
              <a:gd name="connsiteX5" fmla="*/ 0 w 6858000"/>
              <a:gd name="connsiteY5" fmla="*/ 3429000 h 6857999"/>
              <a:gd name="connsiteX6" fmla="*/ 3252545 w 6858000"/>
              <a:gd name="connsiteY6" fmla="*/ 446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8000" h="6857999">
                <a:moveTo>
                  <a:pt x="3428961" y="0"/>
                </a:moveTo>
                <a:lnTo>
                  <a:pt x="3429042" y="0"/>
                </a:lnTo>
                <a:lnTo>
                  <a:pt x="3605457" y="4461"/>
                </a:lnTo>
                <a:cubicBezTo>
                  <a:pt x="5417236" y="96300"/>
                  <a:pt x="6858000" y="1594396"/>
                  <a:pt x="6858000" y="3429000"/>
                </a:cubicBezTo>
                <a:cubicBezTo>
                  <a:pt x="6858000" y="5322784"/>
                  <a:pt x="5322784" y="6857999"/>
                  <a:pt x="3429001" y="6857999"/>
                </a:cubicBezTo>
                <a:cubicBezTo>
                  <a:pt x="1535216" y="6857999"/>
                  <a:pt x="0" y="5322784"/>
                  <a:pt x="0" y="3429000"/>
                </a:cubicBezTo>
                <a:cubicBezTo>
                  <a:pt x="0" y="1594396"/>
                  <a:pt x="1440765" y="96300"/>
                  <a:pt x="3252545" y="4461"/>
                </a:cubicBezTo>
                <a:close/>
              </a:path>
            </a:pathLst>
          </a:custGeom>
          <a:effectLst>
            <a:softEdge rad="1016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33CE5-33BC-6E18-0C8A-44D06766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2181946"/>
          </a:xfrm>
        </p:spPr>
        <p:txBody>
          <a:bodyPr anchor="t">
            <a:normAutofit/>
          </a:bodyPr>
          <a:lstStyle/>
          <a:p>
            <a:r>
              <a:rPr lang="en-GB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D9852-958E-ECC0-8FEE-04BB1B69F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947121"/>
            <a:ext cx="4500562" cy="3361604"/>
          </a:xfrm>
        </p:spPr>
        <p:txBody>
          <a:bodyPr anchor="t">
            <a:normAutofit/>
          </a:bodyPr>
          <a:lstStyle/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 b="1">
                <a:ea typeface="+mn-lt"/>
                <a:cs typeface="+mn-lt"/>
              </a:rPr>
              <a:t>Classifiers</a:t>
            </a:r>
            <a:r>
              <a:rPr lang="en-GB" sz="1500">
                <a:ea typeface="+mn-lt"/>
                <a:cs typeface="+mn-lt"/>
              </a:rPr>
              <a:t> are models that categorize data into different classes.</a:t>
            </a:r>
            <a:endParaRPr lang="en-US" sz="1500"/>
          </a:p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 b="1">
                <a:ea typeface="+mn-lt"/>
                <a:cs typeface="+mn-lt"/>
              </a:rPr>
              <a:t>HTM (Hierarchical Temporal Memory)</a:t>
            </a:r>
            <a:r>
              <a:rPr lang="en-GB" sz="1500">
                <a:ea typeface="+mn-lt"/>
                <a:cs typeface="+mn-lt"/>
              </a:rPr>
              <a:t> mimics the neocortex for learning patterns.</a:t>
            </a:r>
            <a:endParaRPr lang="en-GB" sz="1500"/>
          </a:p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 b="1">
                <a:ea typeface="+mn-lt"/>
                <a:cs typeface="+mn-lt"/>
              </a:rPr>
              <a:t>KNN (K-Nearest Neighbors)</a:t>
            </a:r>
            <a:r>
              <a:rPr lang="en-GB" sz="1500">
                <a:ea typeface="+mn-lt"/>
                <a:cs typeface="+mn-lt"/>
              </a:rPr>
              <a:t> uses distance-based similarity for classification.</a:t>
            </a:r>
            <a:endParaRPr lang="en-GB" sz="1500"/>
          </a:p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>
                <a:ea typeface="+mn-lt"/>
                <a:cs typeface="+mn-lt"/>
              </a:rPr>
              <a:t>Goal: Understand how HTM and KNN can reconstruct inputs from encoded representations.</a:t>
            </a:r>
          </a:p>
          <a:p>
            <a:pPr marL="228600" indent="-228600">
              <a:lnSpc>
                <a:spcPct val="115000"/>
              </a:lnSpc>
              <a:buFont typeface=""/>
              <a:buChar char="•"/>
            </a:pPr>
            <a:endParaRPr lang="en-GB" sz="1500"/>
          </a:p>
        </p:txBody>
      </p:sp>
      <p:pic>
        <p:nvPicPr>
          <p:cNvPr id="50" name="Graphic 49" descr="Database">
            <a:extLst>
              <a:ext uri="{FF2B5EF4-FFF2-40B4-BE49-F238E27FC236}">
                <a16:creationId xmlns:a16="http://schemas.microsoft.com/office/drawing/2014/main" id="{BAD61A94-F07A-1517-3AC8-BE1E3A5D5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5000" y="1629000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8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C8C0F4-5C44-4C3F-B321-5CB3E2BA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DC992-8A38-5A23-0B91-D3CB8D9B9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7500" b="1"/>
              <a:t>Overview of HTM &amp; Classifiers</a:t>
            </a:r>
            <a:endParaRPr lang="en-US" sz="7500"/>
          </a:p>
          <a:p>
            <a:endParaRPr lang="en-GB" sz="750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7CDD10-20DC-098C-F646-B6EEBF8A69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8303997"/>
              </p:ext>
            </p:extLst>
          </p:nvPr>
        </p:nvGraphicFramePr>
        <p:xfrm>
          <a:off x="5232400" y="540000"/>
          <a:ext cx="6408738" cy="57209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860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9EEC4-E6DC-97D1-EF90-9A0E04429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7500" b="1"/>
              <a:t>How Classifiers Work in HTM</a:t>
            </a:r>
            <a:endParaRPr lang="en-US" sz="7500"/>
          </a:p>
          <a:p>
            <a:endParaRPr lang="en-GB" sz="7500"/>
          </a:p>
        </p:txBody>
      </p:sp>
      <p:graphicFrame>
        <p:nvGraphicFramePr>
          <p:cNvPr id="32" name="Content Placeholder 2">
            <a:extLst>
              <a:ext uri="{FF2B5EF4-FFF2-40B4-BE49-F238E27FC236}">
                <a16:creationId xmlns:a16="http://schemas.microsoft.com/office/drawing/2014/main" id="{8C824630-4D0B-C1D5-B7BD-B49A8E0DD3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232400" y="540000"/>
          <a:ext cx="6408738" cy="575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497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2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32721-3359-E7AD-221F-91F626AC4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315" y="545126"/>
            <a:ext cx="4554821" cy="2186096"/>
          </a:xfrm>
        </p:spPr>
        <p:txBody>
          <a:bodyPr anchor="t">
            <a:normAutofit/>
          </a:bodyPr>
          <a:lstStyle/>
          <a:p>
            <a:r>
              <a:rPr lang="en-GB" b="1"/>
              <a:t>Experiment Design</a:t>
            </a:r>
            <a:endParaRPr lang="en-US"/>
          </a:p>
          <a:p>
            <a:endParaRPr lang="en-GB"/>
          </a:p>
        </p:txBody>
      </p:sp>
      <p:pic>
        <p:nvPicPr>
          <p:cNvPr id="3" name="Picture 2" descr="A diagram of a computer hardware system&#10;&#10;AI-generated content may be incorrect.">
            <a:extLst>
              <a:ext uri="{FF2B5EF4-FFF2-40B4-BE49-F238E27FC236}">
                <a16:creationId xmlns:a16="http://schemas.microsoft.com/office/drawing/2014/main" id="{9A9868B7-BF38-87A4-0FE7-13825F231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00" y="1015486"/>
            <a:ext cx="6422247" cy="4654438"/>
          </a:xfrm>
          <a:prstGeom prst="rect">
            <a:avLst/>
          </a:prstGeom>
        </p:spPr>
      </p:pic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AF510634-72C8-7903-3DF7-3996185C0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3" y="2947121"/>
            <a:ext cx="4537073" cy="3361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69875" indent="-269875"/>
            <a:r>
              <a:rPr lang="en-GB">
                <a:ea typeface="+mn-lt"/>
                <a:cs typeface="+mn-lt"/>
              </a:rPr>
              <a:t>Implement a reconstruction experiment using HTM and KNN classifiers.</a:t>
            </a:r>
            <a:endParaRPr lang="en-GB"/>
          </a:p>
          <a:p>
            <a:pPr marL="269875" indent="-269875"/>
            <a:r>
              <a:rPr lang="en-GB">
                <a:ea typeface="+mn-lt"/>
                <a:cs typeface="+mn-lt"/>
              </a:rPr>
              <a:t>Train the classifiers using SDR representations of scalar-encoded inputs.</a:t>
            </a:r>
            <a:endParaRPr lang="en-GB"/>
          </a:p>
          <a:p>
            <a:pPr marL="269875" indent="-269875"/>
            <a:r>
              <a:rPr lang="en-GB">
                <a:ea typeface="+mn-lt"/>
                <a:cs typeface="+mn-lt"/>
              </a:rPr>
              <a:t>Compare the reconstructed input with the original.</a:t>
            </a:r>
            <a:endParaRPr lang="en-GB"/>
          </a:p>
          <a:p>
            <a:pPr marL="269875" indent="-269875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5352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9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65AFD-1927-1188-2BDB-5A3732FFC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E1B8A-E14E-726F-34BB-572730EB3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6200" b="1"/>
              <a:t>Experiment Design</a:t>
            </a:r>
            <a:endParaRPr lang="en-US" sz="6200"/>
          </a:p>
          <a:p>
            <a:endParaRPr lang="en-GB" sz="6200"/>
          </a:p>
        </p:txBody>
      </p:sp>
      <p:graphicFrame>
        <p:nvGraphicFramePr>
          <p:cNvPr id="31" name="Content Placeholder 2">
            <a:extLst>
              <a:ext uri="{FF2B5EF4-FFF2-40B4-BE49-F238E27FC236}">
                <a16:creationId xmlns:a16="http://schemas.microsoft.com/office/drawing/2014/main" id="{E1B48040-F3EB-83CF-BA9B-9F9AD9D8A9B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232400" y="540000"/>
          <a:ext cx="6408738" cy="575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178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1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6B244-D3BD-2260-0AF9-D4775E9DA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EC9D-E66B-27B2-5A0E-92001BE56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</p:spPr>
        <p:txBody>
          <a:bodyPr anchor="t">
            <a:normAutofit/>
          </a:bodyPr>
          <a:lstStyle/>
          <a:p>
            <a:r>
              <a:rPr lang="en-GB" b="1"/>
              <a:t>Experiment Design</a:t>
            </a:r>
            <a:endParaRPr lang="en-US"/>
          </a:p>
          <a:p>
            <a:endParaRPr lang="en-GB"/>
          </a:p>
        </p:txBody>
      </p:sp>
      <p:graphicFrame>
        <p:nvGraphicFramePr>
          <p:cNvPr id="31" name="Content Placeholder 2">
            <a:extLst>
              <a:ext uri="{FF2B5EF4-FFF2-40B4-BE49-F238E27FC236}">
                <a16:creationId xmlns:a16="http://schemas.microsoft.com/office/drawing/2014/main" id="{1664BF7F-EF58-08E3-4810-FDC1BC60E00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1685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1" grpId="0">
        <p:bldAsOne/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F6C9-9465-DEC3-9461-9A2348072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/>
              <a:t>Flow Diagram</a:t>
            </a:r>
            <a:endParaRPr lang="en-US"/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66CE106-E176-6839-022C-F978CCC516A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95689" y="1716086"/>
          <a:ext cx="570504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id="{4DFC1062-6D8C-FB40-17A2-0ACBADCE64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2800" y="461816"/>
            <a:ext cx="5713428" cy="593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840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44BEB-6BF4-E4CF-7FBD-1257C1A8B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Methodology</a:t>
            </a:r>
            <a:endParaRPr lang="en-US"/>
          </a:p>
          <a:p>
            <a:endParaRPr lang="en-GB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74AC366F-AEB8-9D60-689C-87A9D867461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0328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FF66C-E9F0-0D20-DE01-0606E50E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Testing Methodology</a:t>
            </a:r>
            <a:endParaRPr lang="en-US"/>
          </a:p>
        </p:txBody>
      </p:sp>
      <p:graphicFrame>
        <p:nvGraphicFramePr>
          <p:cNvPr id="36" name="Content Placeholder 5">
            <a:extLst>
              <a:ext uri="{FF2B5EF4-FFF2-40B4-BE49-F238E27FC236}">
                <a16:creationId xmlns:a16="http://schemas.microsoft.com/office/drawing/2014/main" id="{49E43C78-A580-A4CB-1CBA-1346E988ED5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63075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6" grpId="0">
        <p:bldAsOne/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4E067-FD8D-A60C-1068-B6693B934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8800" b="1"/>
              <a:t>Training the Spatial Pooler</a:t>
            </a:r>
            <a:endParaRPr lang="en-US" sz="8800"/>
          </a:p>
          <a:p>
            <a:endParaRPr lang="en-GB" sz="8800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229B235F-D9DF-C599-CC77-0042CFEF80C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232400" y="540000"/>
          <a:ext cx="6408738" cy="575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4280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CF61C-B641-46A2-D70B-4CF07DDE3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Running the Experiment</a:t>
            </a:r>
            <a:endParaRPr lang="en-US"/>
          </a:p>
          <a:p>
            <a:endParaRPr lang="en-GB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54F94A4A-1256-DB63-6FF9-7D62CB8048B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284125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B8B1D-4FA0-D9F3-9839-03B713A62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Classification Process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/>
          </a:p>
          <a:p>
            <a:endParaRPr lang="en-GB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0C953CB8-D9DF-FFFC-BFDA-CDE3C1D555C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9771538"/>
      </p:ext>
    </p:extLst>
  </p:cSld>
  <p:clrMapOvr>
    <a:masterClrMapping/>
  </p:clrMapOvr>
</p:sld>
</file>

<file path=ppt/theme/theme1.xml><?xml version="1.0" encoding="utf-8"?>
<a:theme xmlns:a="http://schemas.openxmlformats.org/drawingml/2006/main" name="GlowVTI">
  <a:themeElements>
    <a:clrScheme name="Glow">
      <a:dk1>
        <a:sysClr val="windowText" lastClr="000000"/>
      </a:dk1>
      <a:lt1>
        <a:sysClr val="window" lastClr="FFFFFF"/>
      </a:lt1>
      <a:dk2>
        <a:srgbClr val="000000"/>
      </a:dk2>
      <a:lt2>
        <a:srgbClr val="F2F2F2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Blur">
      <a:majorFont>
        <a:latin typeface="Bell M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owVTI" id="{D5B5AA20-F6D3-43B8-AF6B-ECAF69256418}" vid="{93025AB5-1D44-4CD3-9BC3-729F6E11E040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1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5869D46-89D1-4E02-80B9-54410B8CE584}">
  <we:reference id="wa200005566" version="1.0.0.0" store="en-US" storeType="omex"/>
  <we:alternateReferences>
    <we:reference id="wa200005566" version="1.0.0.0" store="omex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F8E11DAD-8A6E-4576-9BCA-8E684D6B93F7}">
  <we:reference id="wa200005669" version="2.0.0.0" store="en-US" storeType="omex"/>
  <we:alternateReferences>
    <we:reference id="wa200005669" version="2.0.0.0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</TotalTime>
  <Words>692</Words>
  <Application>Microsoft Macintosh PowerPoint</Application>
  <PresentationFormat>Widescreen</PresentationFormat>
  <Paragraphs>86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Avenir Next LT Pro</vt:lpstr>
      <vt:lpstr>Bell MT</vt:lpstr>
      <vt:lpstr>GlowVTI</vt:lpstr>
      <vt:lpstr>ML 24/2502 Investigate Input reconstruction by using Classifiers</vt:lpstr>
      <vt:lpstr>Objective </vt:lpstr>
      <vt:lpstr>Objective ( content which is good ?)</vt:lpstr>
      <vt:lpstr>Introduction</vt:lpstr>
      <vt:lpstr>Introduction</vt:lpstr>
      <vt:lpstr>Overview of HTM &amp; Classifiers </vt:lpstr>
      <vt:lpstr>How Classifiers Work in HTM </vt:lpstr>
      <vt:lpstr>Experiment Design </vt:lpstr>
      <vt:lpstr>Experiment Design </vt:lpstr>
      <vt:lpstr>Experiment Design </vt:lpstr>
      <vt:lpstr>Flow Diagram </vt:lpstr>
      <vt:lpstr>Methodology </vt:lpstr>
      <vt:lpstr>Testing Methodology</vt:lpstr>
      <vt:lpstr>Training the Spatial Pooler </vt:lpstr>
      <vt:lpstr>Running the Experiment </vt:lpstr>
      <vt:lpstr>Classification Process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24/2502 Investigate Input reconstruction by using Classifiers</dc:title>
  <dc:creator/>
  <cp:lastModifiedBy>Microsoft Office User</cp:lastModifiedBy>
  <cp:revision>89</cp:revision>
  <dcterms:created xsi:type="dcterms:W3CDTF">2025-03-05T23:38:40Z</dcterms:created>
  <dcterms:modified xsi:type="dcterms:W3CDTF">2025-03-07T21:12:13Z</dcterms:modified>
</cp:coreProperties>
</file>