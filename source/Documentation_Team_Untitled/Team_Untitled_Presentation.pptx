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8" r:id="rId1"/>
  </p:sldMasterIdLst>
  <p:sldIdLst>
    <p:sldId id="256" r:id="rId2"/>
    <p:sldId id="257" r:id="rId3"/>
    <p:sldId id="282" r:id="rId4"/>
    <p:sldId id="260" r:id="rId5"/>
    <p:sldId id="261" r:id="rId6"/>
    <p:sldId id="262" r:id="rId7"/>
    <p:sldId id="263" r:id="rId8"/>
    <p:sldId id="264" r:id="rId9"/>
    <p:sldId id="280" r:id="rId10"/>
    <p:sldId id="265" r:id="rId11"/>
    <p:sldId id="266" r:id="rId12"/>
    <p:sldId id="268" r:id="rId13"/>
    <p:sldId id="270" r:id="rId14"/>
    <p:sldId id="283" r:id="rId15"/>
    <p:sldId id="284" r:id="rId16"/>
    <p:sldId id="271" r:id="rId17"/>
    <p:sldId id="275" r:id="rId18"/>
    <p:sldId id="273" r:id="rId19"/>
    <p:sldId id="276" r:id="rId20"/>
    <p:sldId id="277" r:id="rId21"/>
    <p:sldId id="278" r:id="rId22"/>
    <p:sldId id="279" r:id="rId23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5F94F5-7D47-76A1-26C7-AA9C17D07E01}" v="13" dt="2025-03-15T16:35:44.4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115"/>
    <p:restoredTop sz="94590"/>
  </p:normalViewPr>
  <p:slideViewPr>
    <p:cSldViewPr snapToGrid="0">
      <p:cViewPr varScale="1">
        <p:scale>
          <a:sx n="47" d="100"/>
          <a:sy n="47" d="100"/>
        </p:scale>
        <p:origin x="240" y="1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08E182-213D-4506-A0EF-A95F7E9A80F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461F358-7AE2-4C1B-99A1-BCD0542F16EC}">
      <dgm:prSet/>
      <dgm:spPr/>
      <dgm:t>
        <a:bodyPr/>
        <a:lstStyle/>
        <a:p>
          <a:r>
            <a:rPr lang="en-GB" b="1"/>
            <a:t>HTM Classifier:</a:t>
          </a:r>
          <a:r>
            <a:rPr lang="en-GB"/>
            <a:t> Learns patterns from SDRs (Sparse Distributed Representations).</a:t>
          </a:r>
          <a:endParaRPr lang="en-US"/>
        </a:p>
      </dgm:t>
    </dgm:pt>
    <dgm:pt modelId="{17BDA26C-98AF-4A2E-9EBA-861B613FD08F}" type="parTrans" cxnId="{2E2ECD0A-A7A9-400F-8821-E34451E68FD7}">
      <dgm:prSet/>
      <dgm:spPr/>
      <dgm:t>
        <a:bodyPr/>
        <a:lstStyle/>
        <a:p>
          <a:endParaRPr lang="en-US"/>
        </a:p>
      </dgm:t>
    </dgm:pt>
    <dgm:pt modelId="{E0B59BD5-2BFC-44BE-B27D-A8FD6729CDA7}" type="sibTrans" cxnId="{2E2ECD0A-A7A9-400F-8821-E34451E68FD7}">
      <dgm:prSet/>
      <dgm:spPr/>
      <dgm:t>
        <a:bodyPr/>
        <a:lstStyle/>
        <a:p>
          <a:endParaRPr lang="en-US"/>
        </a:p>
      </dgm:t>
    </dgm:pt>
    <dgm:pt modelId="{21830E9D-963B-46A2-83E0-FB48CA4AE665}">
      <dgm:prSet/>
      <dgm:spPr/>
      <dgm:t>
        <a:bodyPr/>
        <a:lstStyle/>
        <a:p>
          <a:r>
            <a:rPr lang="en-GB" b="1"/>
            <a:t>KNN Classifier:</a:t>
          </a:r>
          <a:r>
            <a:rPr lang="en-GB"/>
            <a:t> Uses stored examples to classify new inputs based on nearest neighbors.</a:t>
          </a:r>
          <a:endParaRPr lang="en-US"/>
        </a:p>
      </dgm:t>
    </dgm:pt>
    <dgm:pt modelId="{E92A1F14-2BC0-4776-B046-8B47EEA865BC}" type="parTrans" cxnId="{42AA7F66-F1B1-49AA-BB4E-6FF84476CDE6}">
      <dgm:prSet/>
      <dgm:spPr/>
      <dgm:t>
        <a:bodyPr/>
        <a:lstStyle/>
        <a:p>
          <a:endParaRPr lang="en-US"/>
        </a:p>
      </dgm:t>
    </dgm:pt>
    <dgm:pt modelId="{BD3880C4-44AE-4A96-9BEA-1DD14D73594F}" type="sibTrans" cxnId="{42AA7F66-F1B1-49AA-BB4E-6FF84476CDE6}">
      <dgm:prSet/>
      <dgm:spPr/>
      <dgm:t>
        <a:bodyPr/>
        <a:lstStyle/>
        <a:p>
          <a:endParaRPr lang="en-US"/>
        </a:p>
      </dgm:t>
    </dgm:pt>
    <dgm:pt modelId="{F8E35E6A-55C9-41D8-85CB-E1541C09D1E9}">
      <dgm:prSet/>
      <dgm:spPr/>
      <dgm:t>
        <a:bodyPr/>
        <a:lstStyle/>
        <a:p>
          <a:r>
            <a:rPr lang="en-GB" b="1"/>
            <a:t>Why Classifiers?</a:t>
          </a:r>
          <a:r>
            <a:rPr lang="en-GB"/>
            <a:t> Used to reconstruct the original input from SDRs.</a:t>
          </a:r>
          <a:endParaRPr lang="en-US"/>
        </a:p>
      </dgm:t>
    </dgm:pt>
    <dgm:pt modelId="{D3E611E7-F7BC-4471-BAE8-FAF799981ED8}" type="parTrans" cxnId="{AE1B47D7-F797-4A3F-AB73-7DD985B4C700}">
      <dgm:prSet/>
      <dgm:spPr/>
      <dgm:t>
        <a:bodyPr/>
        <a:lstStyle/>
        <a:p>
          <a:endParaRPr lang="en-US"/>
        </a:p>
      </dgm:t>
    </dgm:pt>
    <dgm:pt modelId="{2B7D270F-3956-4FE0-9477-F7BECAE3D328}" type="sibTrans" cxnId="{AE1B47D7-F797-4A3F-AB73-7DD985B4C700}">
      <dgm:prSet/>
      <dgm:spPr/>
      <dgm:t>
        <a:bodyPr/>
        <a:lstStyle/>
        <a:p>
          <a:endParaRPr lang="en-US"/>
        </a:p>
      </dgm:t>
    </dgm:pt>
    <dgm:pt modelId="{5C1C285B-C9E2-4D7C-9A1E-BEBE6A1C8826}" type="pres">
      <dgm:prSet presAssocID="{7F08E182-213D-4506-A0EF-A95F7E9A80F6}" presName="root" presStyleCnt="0">
        <dgm:presLayoutVars>
          <dgm:dir/>
          <dgm:resizeHandles val="exact"/>
        </dgm:presLayoutVars>
      </dgm:prSet>
      <dgm:spPr/>
    </dgm:pt>
    <dgm:pt modelId="{5822EEBC-1B64-4157-A7C7-1CA6CBF5D10F}" type="pres">
      <dgm:prSet presAssocID="{5461F358-7AE2-4C1B-99A1-BCD0542F16EC}" presName="compNode" presStyleCnt="0"/>
      <dgm:spPr/>
    </dgm:pt>
    <dgm:pt modelId="{326DCCE4-B2C1-4968-BE36-A03E06E54FB9}" type="pres">
      <dgm:prSet presAssocID="{5461F358-7AE2-4C1B-99A1-BCD0542F16EC}" presName="bgRect" presStyleLbl="bgShp" presStyleIdx="0" presStyleCnt="3"/>
      <dgm:spPr/>
    </dgm:pt>
    <dgm:pt modelId="{5347E56A-71BB-4580-8D25-2D6CEC6A2FFD}" type="pres">
      <dgm:prSet presAssocID="{5461F358-7AE2-4C1B-99A1-BCD0542F16E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EA82667B-F949-46C6-BB30-F0C907BF9884}" type="pres">
      <dgm:prSet presAssocID="{5461F358-7AE2-4C1B-99A1-BCD0542F16EC}" presName="spaceRect" presStyleCnt="0"/>
      <dgm:spPr/>
    </dgm:pt>
    <dgm:pt modelId="{361CA04A-C186-45D1-B68B-96014F191099}" type="pres">
      <dgm:prSet presAssocID="{5461F358-7AE2-4C1B-99A1-BCD0542F16EC}" presName="parTx" presStyleLbl="revTx" presStyleIdx="0" presStyleCnt="3">
        <dgm:presLayoutVars>
          <dgm:chMax val="0"/>
          <dgm:chPref val="0"/>
        </dgm:presLayoutVars>
      </dgm:prSet>
      <dgm:spPr/>
    </dgm:pt>
    <dgm:pt modelId="{EBC135D4-01EF-4C07-9D63-8C387DA287D6}" type="pres">
      <dgm:prSet presAssocID="{E0B59BD5-2BFC-44BE-B27D-A8FD6729CDA7}" presName="sibTrans" presStyleCnt="0"/>
      <dgm:spPr/>
    </dgm:pt>
    <dgm:pt modelId="{A2183297-7813-4983-909C-8A8E98ACC357}" type="pres">
      <dgm:prSet presAssocID="{21830E9D-963B-46A2-83E0-FB48CA4AE665}" presName="compNode" presStyleCnt="0"/>
      <dgm:spPr/>
    </dgm:pt>
    <dgm:pt modelId="{7B70C574-8017-4A0B-9262-CA8F1653A6C5}" type="pres">
      <dgm:prSet presAssocID="{21830E9D-963B-46A2-83E0-FB48CA4AE665}" presName="bgRect" presStyleLbl="bgShp" presStyleIdx="1" presStyleCnt="3"/>
      <dgm:spPr/>
    </dgm:pt>
    <dgm:pt modelId="{69A84A99-FB62-478F-8931-EE137927CAD3}" type="pres">
      <dgm:prSet presAssocID="{21830E9D-963B-46A2-83E0-FB48CA4AE66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201A879F-85CE-47A5-B305-15B05046A15F}" type="pres">
      <dgm:prSet presAssocID="{21830E9D-963B-46A2-83E0-FB48CA4AE665}" presName="spaceRect" presStyleCnt="0"/>
      <dgm:spPr/>
    </dgm:pt>
    <dgm:pt modelId="{4A6B5AC6-A9AD-4CD5-9AC9-C6E844BF8602}" type="pres">
      <dgm:prSet presAssocID="{21830E9D-963B-46A2-83E0-FB48CA4AE665}" presName="parTx" presStyleLbl="revTx" presStyleIdx="1" presStyleCnt="3">
        <dgm:presLayoutVars>
          <dgm:chMax val="0"/>
          <dgm:chPref val="0"/>
        </dgm:presLayoutVars>
      </dgm:prSet>
      <dgm:spPr/>
    </dgm:pt>
    <dgm:pt modelId="{9143E7C6-F186-4BFF-BA3B-3983B8A35AAD}" type="pres">
      <dgm:prSet presAssocID="{BD3880C4-44AE-4A96-9BEA-1DD14D73594F}" presName="sibTrans" presStyleCnt="0"/>
      <dgm:spPr/>
    </dgm:pt>
    <dgm:pt modelId="{78C678D5-5EC5-4D85-B94F-A33A451FE63A}" type="pres">
      <dgm:prSet presAssocID="{F8E35E6A-55C9-41D8-85CB-E1541C09D1E9}" presName="compNode" presStyleCnt="0"/>
      <dgm:spPr/>
    </dgm:pt>
    <dgm:pt modelId="{C2F76397-63A4-4672-AE7A-4B49CD6F58E6}" type="pres">
      <dgm:prSet presAssocID="{F8E35E6A-55C9-41D8-85CB-E1541C09D1E9}" presName="bgRect" presStyleLbl="bgShp" presStyleIdx="2" presStyleCnt="3"/>
      <dgm:spPr/>
    </dgm:pt>
    <dgm:pt modelId="{5475D4E3-89BD-4DBD-98BB-5F5CFA551E4D}" type="pres">
      <dgm:prSet presAssocID="{F8E35E6A-55C9-41D8-85CB-E1541C09D1E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per"/>
        </a:ext>
      </dgm:extLst>
    </dgm:pt>
    <dgm:pt modelId="{789B75FB-34F5-455A-8C90-1610770BD98B}" type="pres">
      <dgm:prSet presAssocID="{F8E35E6A-55C9-41D8-85CB-E1541C09D1E9}" presName="spaceRect" presStyleCnt="0"/>
      <dgm:spPr/>
    </dgm:pt>
    <dgm:pt modelId="{1927BC3E-6BE9-4868-AAEC-D0BB21C622F9}" type="pres">
      <dgm:prSet presAssocID="{F8E35E6A-55C9-41D8-85CB-E1541C09D1E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971410A-D3C4-4FED-BB42-E28B2D990192}" type="presOf" srcId="{21830E9D-963B-46A2-83E0-FB48CA4AE665}" destId="{4A6B5AC6-A9AD-4CD5-9AC9-C6E844BF8602}" srcOrd="0" destOrd="0" presId="urn:microsoft.com/office/officeart/2018/2/layout/IconVerticalSolidList"/>
    <dgm:cxn modelId="{2E2ECD0A-A7A9-400F-8821-E34451E68FD7}" srcId="{7F08E182-213D-4506-A0EF-A95F7E9A80F6}" destId="{5461F358-7AE2-4C1B-99A1-BCD0542F16EC}" srcOrd="0" destOrd="0" parTransId="{17BDA26C-98AF-4A2E-9EBA-861B613FD08F}" sibTransId="{E0B59BD5-2BFC-44BE-B27D-A8FD6729CDA7}"/>
    <dgm:cxn modelId="{42AA7F66-F1B1-49AA-BB4E-6FF84476CDE6}" srcId="{7F08E182-213D-4506-A0EF-A95F7E9A80F6}" destId="{21830E9D-963B-46A2-83E0-FB48CA4AE665}" srcOrd="1" destOrd="0" parTransId="{E92A1F14-2BC0-4776-B046-8B47EEA865BC}" sibTransId="{BD3880C4-44AE-4A96-9BEA-1DD14D73594F}"/>
    <dgm:cxn modelId="{246387B0-BF79-4686-91FC-75BE1D1167E3}" type="presOf" srcId="{5461F358-7AE2-4C1B-99A1-BCD0542F16EC}" destId="{361CA04A-C186-45D1-B68B-96014F191099}" srcOrd="0" destOrd="0" presId="urn:microsoft.com/office/officeart/2018/2/layout/IconVerticalSolidList"/>
    <dgm:cxn modelId="{AE1B47D7-F797-4A3F-AB73-7DD985B4C700}" srcId="{7F08E182-213D-4506-A0EF-A95F7E9A80F6}" destId="{F8E35E6A-55C9-41D8-85CB-E1541C09D1E9}" srcOrd="2" destOrd="0" parTransId="{D3E611E7-F7BC-4471-BAE8-FAF799981ED8}" sibTransId="{2B7D270F-3956-4FE0-9477-F7BECAE3D328}"/>
    <dgm:cxn modelId="{4B74DFF7-A32F-4941-B020-E6193D00473F}" type="presOf" srcId="{F8E35E6A-55C9-41D8-85CB-E1541C09D1E9}" destId="{1927BC3E-6BE9-4868-AAEC-D0BB21C622F9}" srcOrd="0" destOrd="0" presId="urn:microsoft.com/office/officeart/2018/2/layout/IconVerticalSolidList"/>
    <dgm:cxn modelId="{489309FE-F264-49D4-807F-A30A5904B0B9}" type="presOf" srcId="{7F08E182-213D-4506-A0EF-A95F7E9A80F6}" destId="{5C1C285B-C9E2-4D7C-9A1E-BEBE6A1C8826}" srcOrd="0" destOrd="0" presId="urn:microsoft.com/office/officeart/2018/2/layout/IconVerticalSolidList"/>
    <dgm:cxn modelId="{8F03C9C4-859B-429D-BD84-DD1A804EBC63}" type="presParOf" srcId="{5C1C285B-C9E2-4D7C-9A1E-BEBE6A1C8826}" destId="{5822EEBC-1B64-4157-A7C7-1CA6CBF5D10F}" srcOrd="0" destOrd="0" presId="urn:microsoft.com/office/officeart/2018/2/layout/IconVerticalSolidList"/>
    <dgm:cxn modelId="{1E86BA1B-A635-4DCA-BCFB-2753CD2E4DB1}" type="presParOf" srcId="{5822EEBC-1B64-4157-A7C7-1CA6CBF5D10F}" destId="{326DCCE4-B2C1-4968-BE36-A03E06E54FB9}" srcOrd="0" destOrd="0" presId="urn:microsoft.com/office/officeart/2018/2/layout/IconVerticalSolidList"/>
    <dgm:cxn modelId="{23F5A90E-6FBF-4ADE-B3F1-919B52A2BC90}" type="presParOf" srcId="{5822EEBC-1B64-4157-A7C7-1CA6CBF5D10F}" destId="{5347E56A-71BB-4580-8D25-2D6CEC6A2FFD}" srcOrd="1" destOrd="0" presId="urn:microsoft.com/office/officeart/2018/2/layout/IconVerticalSolidList"/>
    <dgm:cxn modelId="{20DA9357-4BDA-437A-B53D-4F5A586484B5}" type="presParOf" srcId="{5822EEBC-1B64-4157-A7C7-1CA6CBF5D10F}" destId="{EA82667B-F949-46C6-BB30-F0C907BF9884}" srcOrd="2" destOrd="0" presId="urn:microsoft.com/office/officeart/2018/2/layout/IconVerticalSolidList"/>
    <dgm:cxn modelId="{3C2BB288-11BB-4908-AEBF-AD7FBC0FF6CE}" type="presParOf" srcId="{5822EEBC-1B64-4157-A7C7-1CA6CBF5D10F}" destId="{361CA04A-C186-45D1-B68B-96014F191099}" srcOrd="3" destOrd="0" presId="urn:microsoft.com/office/officeart/2018/2/layout/IconVerticalSolidList"/>
    <dgm:cxn modelId="{03154AAC-D79D-4C64-BF10-08CB45C60FA7}" type="presParOf" srcId="{5C1C285B-C9E2-4D7C-9A1E-BEBE6A1C8826}" destId="{EBC135D4-01EF-4C07-9D63-8C387DA287D6}" srcOrd="1" destOrd="0" presId="urn:microsoft.com/office/officeart/2018/2/layout/IconVerticalSolidList"/>
    <dgm:cxn modelId="{A9AC6996-D8EC-4F32-BDDA-4CBD8A235778}" type="presParOf" srcId="{5C1C285B-C9E2-4D7C-9A1E-BEBE6A1C8826}" destId="{A2183297-7813-4983-909C-8A8E98ACC357}" srcOrd="2" destOrd="0" presId="urn:microsoft.com/office/officeart/2018/2/layout/IconVerticalSolidList"/>
    <dgm:cxn modelId="{810DB6B9-43BA-4571-9D52-3AE82FC3D36E}" type="presParOf" srcId="{A2183297-7813-4983-909C-8A8E98ACC357}" destId="{7B70C574-8017-4A0B-9262-CA8F1653A6C5}" srcOrd="0" destOrd="0" presId="urn:microsoft.com/office/officeart/2018/2/layout/IconVerticalSolidList"/>
    <dgm:cxn modelId="{963D8C93-4539-4FE9-95A5-B8A4118C9FA6}" type="presParOf" srcId="{A2183297-7813-4983-909C-8A8E98ACC357}" destId="{69A84A99-FB62-478F-8931-EE137927CAD3}" srcOrd="1" destOrd="0" presId="urn:microsoft.com/office/officeart/2018/2/layout/IconVerticalSolidList"/>
    <dgm:cxn modelId="{42D9DD29-838D-4515-A81B-E0A660FA1F35}" type="presParOf" srcId="{A2183297-7813-4983-909C-8A8E98ACC357}" destId="{201A879F-85CE-47A5-B305-15B05046A15F}" srcOrd="2" destOrd="0" presId="urn:microsoft.com/office/officeart/2018/2/layout/IconVerticalSolidList"/>
    <dgm:cxn modelId="{6A8D4651-5E33-4D6E-84DD-B08F30DDE700}" type="presParOf" srcId="{A2183297-7813-4983-909C-8A8E98ACC357}" destId="{4A6B5AC6-A9AD-4CD5-9AC9-C6E844BF8602}" srcOrd="3" destOrd="0" presId="urn:microsoft.com/office/officeart/2018/2/layout/IconVerticalSolidList"/>
    <dgm:cxn modelId="{08CE71DB-572D-4ACB-8DAE-49DF0EDB2A42}" type="presParOf" srcId="{5C1C285B-C9E2-4D7C-9A1E-BEBE6A1C8826}" destId="{9143E7C6-F186-4BFF-BA3B-3983B8A35AAD}" srcOrd="3" destOrd="0" presId="urn:microsoft.com/office/officeart/2018/2/layout/IconVerticalSolidList"/>
    <dgm:cxn modelId="{3D87E4E7-09E0-434B-B2CF-4F8CF858FF70}" type="presParOf" srcId="{5C1C285B-C9E2-4D7C-9A1E-BEBE6A1C8826}" destId="{78C678D5-5EC5-4D85-B94F-A33A451FE63A}" srcOrd="4" destOrd="0" presId="urn:microsoft.com/office/officeart/2018/2/layout/IconVerticalSolidList"/>
    <dgm:cxn modelId="{0421ABD4-8B46-4A62-8C17-2AD635A21691}" type="presParOf" srcId="{78C678D5-5EC5-4D85-B94F-A33A451FE63A}" destId="{C2F76397-63A4-4672-AE7A-4B49CD6F58E6}" srcOrd="0" destOrd="0" presId="urn:microsoft.com/office/officeart/2018/2/layout/IconVerticalSolidList"/>
    <dgm:cxn modelId="{3B1EF74D-9240-49C7-8691-BA8C18F9621A}" type="presParOf" srcId="{78C678D5-5EC5-4D85-B94F-A33A451FE63A}" destId="{5475D4E3-89BD-4DBD-98BB-5F5CFA551E4D}" srcOrd="1" destOrd="0" presId="urn:microsoft.com/office/officeart/2018/2/layout/IconVerticalSolidList"/>
    <dgm:cxn modelId="{B59A996E-0B10-4A46-B807-521EC4949B59}" type="presParOf" srcId="{78C678D5-5EC5-4D85-B94F-A33A451FE63A}" destId="{789B75FB-34F5-455A-8C90-1610770BD98B}" srcOrd="2" destOrd="0" presId="urn:microsoft.com/office/officeart/2018/2/layout/IconVerticalSolidList"/>
    <dgm:cxn modelId="{017EA057-AA7C-4DFE-B17A-FE38D9B2AB4A}" type="presParOf" srcId="{78C678D5-5EC5-4D85-B94F-A33A451FE63A}" destId="{1927BC3E-6BE9-4868-AAEC-D0BB21C622F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E878FC-A61C-4C0A-8AD5-5AEC7750738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466A07B-F267-42B6-899D-4306DFF6AAB1}">
      <dgm:prSet/>
      <dgm:spPr/>
      <dgm:t>
        <a:bodyPr/>
        <a:lstStyle/>
        <a:p>
          <a:r>
            <a:rPr lang="en-GB" b="1"/>
            <a:t>Process:</a:t>
          </a:r>
          <a:endParaRPr lang="en-US"/>
        </a:p>
      </dgm:t>
    </dgm:pt>
    <dgm:pt modelId="{FCD8898C-0C4C-4C9A-ADAA-7AC4ABBA4978}" type="parTrans" cxnId="{95DCBAF7-35F1-427C-A09C-A0BC022CF87B}">
      <dgm:prSet/>
      <dgm:spPr/>
      <dgm:t>
        <a:bodyPr/>
        <a:lstStyle/>
        <a:p>
          <a:endParaRPr lang="en-US"/>
        </a:p>
      </dgm:t>
    </dgm:pt>
    <dgm:pt modelId="{1A7F0F9B-D6FD-41C6-9CD1-96AC4B41E5F9}" type="sibTrans" cxnId="{95DCBAF7-35F1-427C-A09C-A0BC022CF87B}">
      <dgm:prSet/>
      <dgm:spPr/>
      <dgm:t>
        <a:bodyPr/>
        <a:lstStyle/>
        <a:p>
          <a:endParaRPr lang="en-US"/>
        </a:p>
      </dgm:t>
    </dgm:pt>
    <dgm:pt modelId="{0148133E-6B81-4590-872E-20753DB6A4FF}">
      <dgm:prSet/>
      <dgm:spPr/>
      <dgm:t>
        <a:bodyPr/>
        <a:lstStyle/>
        <a:p>
          <a:r>
            <a:rPr lang="en-GB" b="1"/>
            <a:t>INPUT → SCALAR ENCODER → SP → SDR → HTM CLASSIFIER → INPUT</a:t>
          </a:r>
          <a:endParaRPr lang="en-US"/>
        </a:p>
      </dgm:t>
    </dgm:pt>
    <dgm:pt modelId="{7CF2724F-250A-4DE1-95DF-0EE9AD40690F}" type="parTrans" cxnId="{072B0825-8A7B-4C88-8F5E-4A261240F0C1}">
      <dgm:prSet/>
      <dgm:spPr/>
      <dgm:t>
        <a:bodyPr/>
        <a:lstStyle/>
        <a:p>
          <a:endParaRPr lang="en-US"/>
        </a:p>
      </dgm:t>
    </dgm:pt>
    <dgm:pt modelId="{B05AFAA3-8DC0-4639-B9C9-A9544178F2FC}" type="sibTrans" cxnId="{072B0825-8A7B-4C88-8F5E-4A261240F0C1}">
      <dgm:prSet/>
      <dgm:spPr/>
      <dgm:t>
        <a:bodyPr/>
        <a:lstStyle/>
        <a:p>
          <a:endParaRPr lang="en-US"/>
        </a:p>
      </dgm:t>
    </dgm:pt>
    <dgm:pt modelId="{10901CEF-8D2B-4F82-BD3B-669C0DB15006}">
      <dgm:prSet/>
      <dgm:spPr/>
      <dgm:t>
        <a:bodyPr/>
        <a:lstStyle/>
        <a:p>
          <a:r>
            <a:rPr lang="en-GB" b="1"/>
            <a:t>INPUT → SCALAR ENCODER → SP → SDR → KNN CLASSIFIER → INPUT</a:t>
          </a:r>
          <a:endParaRPr lang="en-US"/>
        </a:p>
      </dgm:t>
    </dgm:pt>
    <dgm:pt modelId="{81AE7E40-DF96-4D8F-AD2E-7848E0B22084}" type="parTrans" cxnId="{177EE554-2EC4-43A0-AD33-1FA066164AFD}">
      <dgm:prSet/>
      <dgm:spPr/>
      <dgm:t>
        <a:bodyPr/>
        <a:lstStyle/>
        <a:p>
          <a:endParaRPr lang="en-US"/>
        </a:p>
      </dgm:t>
    </dgm:pt>
    <dgm:pt modelId="{F6326332-613A-48DE-A22A-E11011AD5B33}" type="sibTrans" cxnId="{177EE554-2EC4-43A0-AD33-1FA066164AFD}">
      <dgm:prSet/>
      <dgm:spPr/>
      <dgm:t>
        <a:bodyPr/>
        <a:lstStyle/>
        <a:p>
          <a:endParaRPr lang="en-US"/>
        </a:p>
      </dgm:t>
    </dgm:pt>
    <dgm:pt modelId="{C7F1E8B5-4C57-4007-B5F1-54610FF7509A}">
      <dgm:prSet/>
      <dgm:spPr/>
      <dgm:t>
        <a:bodyPr/>
        <a:lstStyle/>
        <a:p>
          <a:r>
            <a:rPr lang="en-GB"/>
            <a:t>HTM Classifier predicts input using past SDR patterns.</a:t>
          </a:r>
          <a:endParaRPr lang="en-US"/>
        </a:p>
      </dgm:t>
    </dgm:pt>
    <dgm:pt modelId="{04A91EC1-080E-45DB-91EA-79351CBEF86E}" type="parTrans" cxnId="{FDAC2ADA-6BB5-42A9-A742-9A6BA0BB42D6}">
      <dgm:prSet/>
      <dgm:spPr/>
      <dgm:t>
        <a:bodyPr/>
        <a:lstStyle/>
        <a:p>
          <a:endParaRPr lang="en-US"/>
        </a:p>
      </dgm:t>
    </dgm:pt>
    <dgm:pt modelId="{4B297A45-4AE0-4D56-9BEB-EA11C097F9EE}" type="sibTrans" cxnId="{FDAC2ADA-6BB5-42A9-A742-9A6BA0BB42D6}">
      <dgm:prSet/>
      <dgm:spPr/>
      <dgm:t>
        <a:bodyPr/>
        <a:lstStyle/>
        <a:p>
          <a:endParaRPr lang="en-US"/>
        </a:p>
      </dgm:t>
    </dgm:pt>
    <dgm:pt modelId="{EBF81B21-C0DA-48A3-9EF5-DD779D0C8856}">
      <dgm:prSet/>
      <dgm:spPr/>
      <dgm:t>
        <a:bodyPr/>
        <a:lstStyle/>
        <a:p>
          <a:r>
            <a:rPr lang="en-GB"/>
            <a:t>KNN Classifier reconstructs input based on stored nearest neighbors.</a:t>
          </a:r>
          <a:endParaRPr lang="en-US"/>
        </a:p>
      </dgm:t>
    </dgm:pt>
    <dgm:pt modelId="{DCE52CE5-F2B8-4B42-B9B8-10181B9EAB27}" type="parTrans" cxnId="{4ED305AD-BD76-4083-ABAA-55D1A0FDEC1F}">
      <dgm:prSet/>
      <dgm:spPr/>
      <dgm:t>
        <a:bodyPr/>
        <a:lstStyle/>
        <a:p>
          <a:endParaRPr lang="en-US"/>
        </a:p>
      </dgm:t>
    </dgm:pt>
    <dgm:pt modelId="{D7A5D99D-F6FA-44EC-8E67-F21D96CF3A7F}" type="sibTrans" cxnId="{4ED305AD-BD76-4083-ABAA-55D1A0FDEC1F}">
      <dgm:prSet/>
      <dgm:spPr/>
      <dgm:t>
        <a:bodyPr/>
        <a:lstStyle/>
        <a:p>
          <a:endParaRPr lang="en-US"/>
        </a:p>
      </dgm:t>
    </dgm:pt>
    <dgm:pt modelId="{24DDF6EE-AF3F-4103-8658-33CA83154743}" type="pres">
      <dgm:prSet presAssocID="{E3E878FC-A61C-4C0A-8AD5-5AEC77507383}" presName="Name0" presStyleCnt="0">
        <dgm:presLayoutVars>
          <dgm:dir/>
          <dgm:animLvl val="lvl"/>
          <dgm:resizeHandles val="exact"/>
        </dgm:presLayoutVars>
      </dgm:prSet>
      <dgm:spPr/>
    </dgm:pt>
    <dgm:pt modelId="{CE57410A-0259-4C4E-8E42-47C2F77B1D1B}" type="pres">
      <dgm:prSet presAssocID="{EBF81B21-C0DA-48A3-9EF5-DD779D0C8856}" presName="boxAndChildren" presStyleCnt="0"/>
      <dgm:spPr/>
    </dgm:pt>
    <dgm:pt modelId="{37D2203E-BFA2-49D2-A7C3-035FF597D4AB}" type="pres">
      <dgm:prSet presAssocID="{EBF81B21-C0DA-48A3-9EF5-DD779D0C8856}" presName="parentTextBox" presStyleLbl="node1" presStyleIdx="0" presStyleCnt="3"/>
      <dgm:spPr/>
    </dgm:pt>
    <dgm:pt modelId="{176DD79A-0409-41F5-B3DB-E94FFABB66AC}" type="pres">
      <dgm:prSet presAssocID="{4B297A45-4AE0-4D56-9BEB-EA11C097F9EE}" presName="sp" presStyleCnt="0"/>
      <dgm:spPr/>
    </dgm:pt>
    <dgm:pt modelId="{B3572DC1-22F6-4282-985D-9FA3676CCC18}" type="pres">
      <dgm:prSet presAssocID="{C7F1E8B5-4C57-4007-B5F1-54610FF7509A}" presName="arrowAndChildren" presStyleCnt="0"/>
      <dgm:spPr/>
    </dgm:pt>
    <dgm:pt modelId="{98738FCD-D500-4FE1-8089-0C0E4D1AEEDF}" type="pres">
      <dgm:prSet presAssocID="{C7F1E8B5-4C57-4007-B5F1-54610FF7509A}" presName="parentTextArrow" presStyleLbl="node1" presStyleIdx="1" presStyleCnt="3"/>
      <dgm:spPr/>
    </dgm:pt>
    <dgm:pt modelId="{5F77984C-98F4-48A2-AB63-DDCC0B251617}" type="pres">
      <dgm:prSet presAssocID="{1A7F0F9B-D6FD-41C6-9CD1-96AC4B41E5F9}" presName="sp" presStyleCnt="0"/>
      <dgm:spPr/>
    </dgm:pt>
    <dgm:pt modelId="{441C8130-9F8E-44C2-8251-6C8516A6ED05}" type="pres">
      <dgm:prSet presAssocID="{D466A07B-F267-42B6-899D-4306DFF6AAB1}" presName="arrowAndChildren" presStyleCnt="0"/>
      <dgm:spPr/>
    </dgm:pt>
    <dgm:pt modelId="{EFC95A2A-D4C5-48EC-A841-EB34770CC739}" type="pres">
      <dgm:prSet presAssocID="{D466A07B-F267-42B6-899D-4306DFF6AAB1}" presName="parentTextArrow" presStyleLbl="node1" presStyleIdx="1" presStyleCnt="3"/>
      <dgm:spPr/>
    </dgm:pt>
    <dgm:pt modelId="{6230A2EC-CD2F-489D-A596-D7D644DB7E7F}" type="pres">
      <dgm:prSet presAssocID="{D466A07B-F267-42B6-899D-4306DFF6AAB1}" presName="arrow" presStyleLbl="node1" presStyleIdx="2" presStyleCnt="3"/>
      <dgm:spPr/>
    </dgm:pt>
    <dgm:pt modelId="{0FFAC6A9-FEAA-481A-92B2-435F8C98ED04}" type="pres">
      <dgm:prSet presAssocID="{D466A07B-F267-42B6-899D-4306DFF6AAB1}" presName="descendantArrow" presStyleCnt="0"/>
      <dgm:spPr/>
    </dgm:pt>
    <dgm:pt modelId="{AF238E76-EFB7-41AA-918F-86A77962C51C}" type="pres">
      <dgm:prSet presAssocID="{0148133E-6B81-4590-872E-20753DB6A4FF}" presName="childTextArrow" presStyleLbl="fgAccFollowNode1" presStyleIdx="0" presStyleCnt="2">
        <dgm:presLayoutVars>
          <dgm:bulletEnabled val="1"/>
        </dgm:presLayoutVars>
      </dgm:prSet>
      <dgm:spPr/>
    </dgm:pt>
    <dgm:pt modelId="{317257A7-E36F-407A-BA68-7E4B957235C6}" type="pres">
      <dgm:prSet presAssocID="{10901CEF-8D2B-4F82-BD3B-669C0DB15006}" presName="childTextArrow" presStyleLbl="fgAccFollowNode1" presStyleIdx="1" presStyleCnt="2">
        <dgm:presLayoutVars>
          <dgm:bulletEnabled val="1"/>
        </dgm:presLayoutVars>
      </dgm:prSet>
      <dgm:spPr/>
    </dgm:pt>
  </dgm:ptLst>
  <dgm:cxnLst>
    <dgm:cxn modelId="{072B0825-8A7B-4C88-8F5E-4A261240F0C1}" srcId="{D466A07B-F267-42B6-899D-4306DFF6AAB1}" destId="{0148133E-6B81-4590-872E-20753DB6A4FF}" srcOrd="0" destOrd="0" parTransId="{7CF2724F-250A-4DE1-95DF-0EE9AD40690F}" sibTransId="{B05AFAA3-8DC0-4639-B9C9-A9544178F2FC}"/>
    <dgm:cxn modelId="{8D407B26-2488-4AD6-849E-854113E2BD5F}" type="presOf" srcId="{C7F1E8B5-4C57-4007-B5F1-54610FF7509A}" destId="{98738FCD-D500-4FE1-8089-0C0E4D1AEEDF}" srcOrd="0" destOrd="0" presId="urn:microsoft.com/office/officeart/2005/8/layout/process4"/>
    <dgm:cxn modelId="{309E6232-BE68-4770-8A8F-F4805694F9CE}" type="presOf" srcId="{D466A07B-F267-42B6-899D-4306DFF6AAB1}" destId="{6230A2EC-CD2F-489D-A596-D7D644DB7E7F}" srcOrd="1" destOrd="0" presId="urn:microsoft.com/office/officeart/2005/8/layout/process4"/>
    <dgm:cxn modelId="{11733936-2AD2-4940-8A30-B0AA3AB13F7F}" type="presOf" srcId="{0148133E-6B81-4590-872E-20753DB6A4FF}" destId="{AF238E76-EFB7-41AA-918F-86A77962C51C}" srcOrd="0" destOrd="0" presId="urn:microsoft.com/office/officeart/2005/8/layout/process4"/>
    <dgm:cxn modelId="{BE19124D-9235-4B84-BB1C-162625E3675B}" type="presOf" srcId="{10901CEF-8D2B-4F82-BD3B-669C0DB15006}" destId="{317257A7-E36F-407A-BA68-7E4B957235C6}" srcOrd="0" destOrd="0" presId="urn:microsoft.com/office/officeart/2005/8/layout/process4"/>
    <dgm:cxn modelId="{177EE554-2EC4-43A0-AD33-1FA066164AFD}" srcId="{D466A07B-F267-42B6-899D-4306DFF6AAB1}" destId="{10901CEF-8D2B-4F82-BD3B-669C0DB15006}" srcOrd="1" destOrd="0" parTransId="{81AE7E40-DF96-4D8F-AD2E-7848E0B22084}" sibTransId="{F6326332-613A-48DE-A22A-E11011AD5B33}"/>
    <dgm:cxn modelId="{09ADB15B-BD81-46F2-82E1-4F2234E41FCE}" type="presOf" srcId="{D466A07B-F267-42B6-899D-4306DFF6AAB1}" destId="{EFC95A2A-D4C5-48EC-A841-EB34770CC739}" srcOrd="0" destOrd="0" presId="urn:microsoft.com/office/officeart/2005/8/layout/process4"/>
    <dgm:cxn modelId="{2BE7185F-970E-4214-9D6F-FD9C00D8DC41}" type="presOf" srcId="{E3E878FC-A61C-4C0A-8AD5-5AEC77507383}" destId="{24DDF6EE-AF3F-4103-8658-33CA83154743}" srcOrd="0" destOrd="0" presId="urn:microsoft.com/office/officeart/2005/8/layout/process4"/>
    <dgm:cxn modelId="{4ED305AD-BD76-4083-ABAA-55D1A0FDEC1F}" srcId="{E3E878FC-A61C-4C0A-8AD5-5AEC77507383}" destId="{EBF81B21-C0DA-48A3-9EF5-DD779D0C8856}" srcOrd="2" destOrd="0" parTransId="{DCE52CE5-F2B8-4B42-B9B8-10181B9EAB27}" sibTransId="{D7A5D99D-F6FA-44EC-8E67-F21D96CF3A7F}"/>
    <dgm:cxn modelId="{FDAC2ADA-6BB5-42A9-A742-9A6BA0BB42D6}" srcId="{E3E878FC-A61C-4C0A-8AD5-5AEC77507383}" destId="{C7F1E8B5-4C57-4007-B5F1-54610FF7509A}" srcOrd="1" destOrd="0" parTransId="{04A91EC1-080E-45DB-91EA-79351CBEF86E}" sibTransId="{4B297A45-4AE0-4D56-9BEB-EA11C097F9EE}"/>
    <dgm:cxn modelId="{95DCBAF7-35F1-427C-A09C-A0BC022CF87B}" srcId="{E3E878FC-A61C-4C0A-8AD5-5AEC77507383}" destId="{D466A07B-F267-42B6-899D-4306DFF6AAB1}" srcOrd="0" destOrd="0" parTransId="{FCD8898C-0C4C-4C9A-ADAA-7AC4ABBA4978}" sibTransId="{1A7F0F9B-D6FD-41C6-9CD1-96AC4B41E5F9}"/>
    <dgm:cxn modelId="{4BBEF5F9-E7C8-4642-AF3E-17A8B7B34684}" type="presOf" srcId="{EBF81B21-C0DA-48A3-9EF5-DD779D0C8856}" destId="{37D2203E-BFA2-49D2-A7C3-035FF597D4AB}" srcOrd="0" destOrd="0" presId="urn:microsoft.com/office/officeart/2005/8/layout/process4"/>
    <dgm:cxn modelId="{671219A2-9C05-4E6B-934F-E1CB2D06DE34}" type="presParOf" srcId="{24DDF6EE-AF3F-4103-8658-33CA83154743}" destId="{CE57410A-0259-4C4E-8E42-47C2F77B1D1B}" srcOrd="0" destOrd="0" presId="urn:microsoft.com/office/officeart/2005/8/layout/process4"/>
    <dgm:cxn modelId="{3DEF7C8D-0D23-4574-BABE-4B76E2283EA8}" type="presParOf" srcId="{CE57410A-0259-4C4E-8E42-47C2F77B1D1B}" destId="{37D2203E-BFA2-49D2-A7C3-035FF597D4AB}" srcOrd="0" destOrd="0" presId="urn:microsoft.com/office/officeart/2005/8/layout/process4"/>
    <dgm:cxn modelId="{6D5275AA-23A7-4D4C-A461-ECE13A852552}" type="presParOf" srcId="{24DDF6EE-AF3F-4103-8658-33CA83154743}" destId="{176DD79A-0409-41F5-B3DB-E94FFABB66AC}" srcOrd="1" destOrd="0" presId="urn:microsoft.com/office/officeart/2005/8/layout/process4"/>
    <dgm:cxn modelId="{6DBE98E5-4956-4DBA-97BB-10461D14EFEF}" type="presParOf" srcId="{24DDF6EE-AF3F-4103-8658-33CA83154743}" destId="{B3572DC1-22F6-4282-985D-9FA3676CCC18}" srcOrd="2" destOrd="0" presId="urn:microsoft.com/office/officeart/2005/8/layout/process4"/>
    <dgm:cxn modelId="{9DEFFB13-7E2B-4453-8416-3BEC14018489}" type="presParOf" srcId="{B3572DC1-22F6-4282-985D-9FA3676CCC18}" destId="{98738FCD-D500-4FE1-8089-0C0E4D1AEEDF}" srcOrd="0" destOrd="0" presId="urn:microsoft.com/office/officeart/2005/8/layout/process4"/>
    <dgm:cxn modelId="{88DEFEA0-91EA-40B5-88D4-B5FECBE3144A}" type="presParOf" srcId="{24DDF6EE-AF3F-4103-8658-33CA83154743}" destId="{5F77984C-98F4-48A2-AB63-DDCC0B251617}" srcOrd="3" destOrd="0" presId="urn:microsoft.com/office/officeart/2005/8/layout/process4"/>
    <dgm:cxn modelId="{06D6EFAA-0AEC-499A-8795-25F528DA0E7F}" type="presParOf" srcId="{24DDF6EE-AF3F-4103-8658-33CA83154743}" destId="{441C8130-9F8E-44C2-8251-6C8516A6ED05}" srcOrd="4" destOrd="0" presId="urn:microsoft.com/office/officeart/2005/8/layout/process4"/>
    <dgm:cxn modelId="{19008607-3E8A-4A8B-A929-87C3EA18888E}" type="presParOf" srcId="{441C8130-9F8E-44C2-8251-6C8516A6ED05}" destId="{EFC95A2A-D4C5-48EC-A841-EB34770CC739}" srcOrd="0" destOrd="0" presId="urn:microsoft.com/office/officeart/2005/8/layout/process4"/>
    <dgm:cxn modelId="{11CEF06B-B322-4C35-A906-66E557168378}" type="presParOf" srcId="{441C8130-9F8E-44C2-8251-6C8516A6ED05}" destId="{6230A2EC-CD2F-489D-A596-D7D644DB7E7F}" srcOrd="1" destOrd="0" presId="urn:microsoft.com/office/officeart/2005/8/layout/process4"/>
    <dgm:cxn modelId="{1BEDBCD4-A389-41C3-AC8D-228295A3FDF0}" type="presParOf" srcId="{441C8130-9F8E-44C2-8251-6C8516A6ED05}" destId="{0FFAC6A9-FEAA-481A-92B2-435F8C98ED04}" srcOrd="2" destOrd="0" presId="urn:microsoft.com/office/officeart/2005/8/layout/process4"/>
    <dgm:cxn modelId="{03F9C5E8-B150-401E-825D-5C0D80BF194F}" type="presParOf" srcId="{0FFAC6A9-FEAA-481A-92B2-435F8C98ED04}" destId="{AF238E76-EFB7-41AA-918F-86A77962C51C}" srcOrd="0" destOrd="0" presId="urn:microsoft.com/office/officeart/2005/8/layout/process4"/>
    <dgm:cxn modelId="{2DB6D985-3477-40BB-BA65-8AB07F2B8B22}" type="presParOf" srcId="{0FFAC6A9-FEAA-481A-92B2-435F8C98ED04}" destId="{317257A7-E36F-407A-BA68-7E4B957235C6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68DECF0-62D5-4E0A-AD99-54DEECD36EC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DF917F7-7BCD-438A-A0BA-4AF95B76793B}">
      <dgm:prSet/>
      <dgm:spPr/>
      <dgm:t>
        <a:bodyPr/>
        <a:lstStyle/>
        <a:p>
          <a:r>
            <a:rPr lang="en-GB"/>
            <a:t>Raw Input → Encoder → Spatial Pooler → SDR → Classifier → Reconstructed Input</a:t>
          </a:r>
          <a:endParaRPr lang="en-US"/>
        </a:p>
      </dgm:t>
    </dgm:pt>
    <dgm:pt modelId="{73CE4EF1-E4C0-4ECE-B517-3EF675ED9D5E}" type="parTrans" cxnId="{749746D1-FE54-4F31-96A8-D742BE191758}">
      <dgm:prSet/>
      <dgm:spPr/>
      <dgm:t>
        <a:bodyPr/>
        <a:lstStyle/>
        <a:p>
          <a:endParaRPr lang="en-US"/>
        </a:p>
      </dgm:t>
    </dgm:pt>
    <dgm:pt modelId="{8E358CBA-B7D6-4797-9560-6A7C1C15E005}" type="sibTrans" cxnId="{749746D1-FE54-4F31-96A8-D742BE191758}">
      <dgm:prSet/>
      <dgm:spPr/>
      <dgm:t>
        <a:bodyPr/>
        <a:lstStyle/>
        <a:p>
          <a:endParaRPr lang="en-US"/>
        </a:p>
      </dgm:t>
    </dgm:pt>
    <dgm:pt modelId="{394232FF-5A95-41C3-B878-96F43CD3A318}">
      <dgm:prSet/>
      <dgm:spPr/>
      <dgm:t>
        <a:bodyPr/>
        <a:lstStyle/>
        <a:p>
          <a:r>
            <a:rPr lang="en-GB"/>
            <a:t>KNN vs. HTM flow comparison.</a:t>
          </a:r>
          <a:endParaRPr lang="en-US"/>
        </a:p>
      </dgm:t>
    </dgm:pt>
    <dgm:pt modelId="{CB151E8D-7302-4ED8-9CD7-766EAE6BDC47}" type="parTrans" cxnId="{320770C9-E590-4F00-A348-A9E9A19FD5DD}">
      <dgm:prSet/>
      <dgm:spPr/>
      <dgm:t>
        <a:bodyPr/>
        <a:lstStyle/>
        <a:p>
          <a:endParaRPr lang="en-US"/>
        </a:p>
      </dgm:t>
    </dgm:pt>
    <dgm:pt modelId="{27B4F3F5-28C6-4D8B-84A1-4B40C602C4A9}" type="sibTrans" cxnId="{320770C9-E590-4F00-A348-A9E9A19FD5DD}">
      <dgm:prSet/>
      <dgm:spPr/>
      <dgm:t>
        <a:bodyPr/>
        <a:lstStyle/>
        <a:p>
          <a:endParaRPr lang="en-US"/>
        </a:p>
      </dgm:t>
    </dgm:pt>
    <dgm:pt modelId="{8154E069-FBBD-4F28-89E3-F0F95B3CFF8D}" type="pres">
      <dgm:prSet presAssocID="{E68DECF0-62D5-4E0A-AD99-54DEECD36EC9}" presName="linear" presStyleCnt="0">
        <dgm:presLayoutVars>
          <dgm:animLvl val="lvl"/>
          <dgm:resizeHandles val="exact"/>
        </dgm:presLayoutVars>
      </dgm:prSet>
      <dgm:spPr/>
    </dgm:pt>
    <dgm:pt modelId="{2CB87077-6E1C-4705-9104-DF961E1F2B03}" type="pres">
      <dgm:prSet presAssocID="{4DF917F7-7BCD-438A-A0BA-4AF95B76793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4E75336-A0A8-4B68-BAD9-EA61CD68ACCD}" type="pres">
      <dgm:prSet presAssocID="{8E358CBA-B7D6-4797-9560-6A7C1C15E005}" presName="spacer" presStyleCnt="0"/>
      <dgm:spPr/>
    </dgm:pt>
    <dgm:pt modelId="{8832E024-6E89-4587-9822-6C2375ADE0B3}" type="pres">
      <dgm:prSet presAssocID="{394232FF-5A95-41C3-B878-96F43CD3A318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503F94D-9395-4B98-A996-24AEC23FDF3F}" type="presOf" srcId="{4DF917F7-7BCD-438A-A0BA-4AF95B76793B}" destId="{2CB87077-6E1C-4705-9104-DF961E1F2B03}" srcOrd="0" destOrd="0" presId="urn:microsoft.com/office/officeart/2005/8/layout/vList2"/>
    <dgm:cxn modelId="{4FC590A6-121E-4639-9085-DC02E776263A}" type="presOf" srcId="{E68DECF0-62D5-4E0A-AD99-54DEECD36EC9}" destId="{8154E069-FBBD-4F28-89E3-F0F95B3CFF8D}" srcOrd="0" destOrd="0" presId="urn:microsoft.com/office/officeart/2005/8/layout/vList2"/>
    <dgm:cxn modelId="{1E3821C6-D744-47AC-87CC-50136B380879}" type="presOf" srcId="{394232FF-5A95-41C3-B878-96F43CD3A318}" destId="{8832E024-6E89-4587-9822-6C2375ADE0B3}" srcOrd="0" destOrd="0" presId="urn:microsoft.com/office/officeart/2005/8/layout/vList2"/>
    <dgm:cxn modelId="{320770C9-E590-4F00-A348-A9E9A19FD5DD}" srcId="{E68DECF0-62D5-4E0A-AD99-54DEECD36EC9}" destId="{394232FF-5A95-41C3-B878-96F43CD3A318}" srcOrd="1" destOrd="0" parTransId="{CB151E8D-7302-4ED8-9CD7-766EAE6BDC47}" sibTransId="{27B4F3F5-28C6-4D8B-84A1-4B40C602C4A9}"/>
    <dgm:cxn modelId="{749746D1-FE54-4F31-96A8-D742BE191758}" srcId="{E68DECF0-62D5-4E0A-AD99-54DEECD36EC9}" destId="{4DF917F7-7BCD-438A-A0BA-4AF95B76793B}" srcOrd="0" destOrd="0" parTransId="{73CE4EF1-E4C0-4ECE-B517-3EF675ED9D5E}" sibTransId="{8E358CBA-B7D6-4797-9560-6A7C1C15E005}"/>
    <dgm:cxn modelId="{15310D40-FD83-4A74-92A6-0092673BA7E4}" type="presParOf" srcId="{8154E069-FBBD-4F28-89E3-F0F95B3CFF8D}" destId="{2CB87077-6E1C-4705-9104-DF961E1F2B03}" srcOrd="0" destOrd="0" presId="urn:microsoft.com/office/officeart/2005/8/layout/vList2"/>
    <dgm:cxn modelId="{CAE9A5E9-7233-414F-8872-AF4F5AD2665F}" type="presParOf" srcId="{8154E069-FBBD-4F28-89E3-F0F95B3CFF8D}" destId="{E4E75336-A0A8-4B68-BAD9-EA61CD68ACCD}" srcOrd="1" destOrd="0" presId="urn:microsoft.com/office/officeart/2005/8/layout/vList2"/>
    <dgm:cxn modelId="{8530E5ED-16B3-4CC2-9388-CB2B71813A9E}" type="presParOf" srcId="{8154E069-FBBD-4F28-89E3-F0F95B3CFF8D}" destId="{8832E024-6E89-4587-9822-6C2375ADE0B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0F932E2-E28D-4031-9FA4-A496170AAE77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8ED85AC-7DB2-4B69-90F2-87C9D720C9CA}">
      <dgm:prSet/>
      <dgm:spPr/>
      <dgm:t>
        <a:bodyPr/>
        <a:lstStyle/>
        <a:p>
          <a:r>
            <a:rPr lang="en-GB"/>
            <a:t>Encode scalar values into SDRs.</a:t>
          </a:r>
          <a:endParaRPr lang="en-US"/>
        </a:p>
      </dgm:t>
    </dgm:pt>
    <dgm:pt modelId="{E51386DC-3A45-4ACB-A5FC-E3E6B48BF9FE}" type="parTrans" cxnId="{50BD10AF-71AD-4E72-A4A6-66EC58F5B6C5}">
      <dgm:prSet/>
      <dgm:spPr/>
      <dgm:t>
        <a:bodyPr/>
        <a:lstStyle/>
        <a:p>
          <a:endParaRPr lang="en-US"/>
        </a:p>
      </dgm:t>
    </dgm:pt>
    <dgm:pt modelId="{B38F1954-6407-43CC-B857-8A17B284585D}" type="sibTrans" cxnId="{50BD10AF-71AD-4E72-A4A6-66EC58F5B6C5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0CD18E12-D74A-45A6-9F1E-A1926C10C9C8}">
      <dgm:prSet/>
      <dgm:spPr/>
      <dgm:t>
        <a:bodyPr/>
        <a:lstStyle/>
        <a:p>
          <a:r>
            <a:rPr lang="en-GB"/>
            <a:t>Train the Spatial Pooler for stable SDR representations.</a:t>
          </a:r>
          <a:endParaRPr lang="en-US"/>
        </a:p>
      </dgm:t>
    </dgm:pt>
    <dgm:pt modelId="{9CC5F8A6-24F9-4CA9-A9D9-CA14A37F979C}" type="parTrans" cxnId="{760663A5-0B5B-4603-8A86-16AF891D6271}">
      <dgm:prSet/>
      <dgm:spPr/>
      <dgm:t>
        <a:bodyPr/>
        <a:lstStyle/>
        <a:p>
          <a:endParaRPr lang="en-US"/>
        </a:p>
      </dgm:t>
    </dgm:pt>
    <dgm:pt modelId="{B0DCCFCB-7BD3-4C01-BCA0-6EC45C3507E0}" type="sibTrans" cxnId="{760663A5-0B5B-4603-8A86-16AF891D627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7418FFAA-5F4C-46C8-96BC-32BDD31AF5CE}">
      <dgm:prSet/>
      <dgm:spPr/>
      <dgm:t>
        <a:bodyPr/>
        <a:lstStyle/>
        <a:p>
          <a:r>
            <a:rPr lang="en-GB"/>
            <a:t>Train HTM and KNN classifiers with SDRs.</a:t>
          </a:r>
          <a:endParaRPr lang="en-US"/>
        </a:p>
      </dgm:t>
    </dgm:pt>
    <dgm:pt modelId="{D620564D-03F4-497F-9AA3-BE74FBC70DFD}" type="parTrans" cxnId="{E71AF4B5-4293-4BB0-854C-92E377F39D75}">
      <dgm:prSet/>
      <dgm:spPr/>
      <dgm:t>
        <a:bodyPr/>
        <a:lstStyle/>
        <a:p>
          <a:endParaRPr lang="en-US"/>
        </a:p>
      </dgm:t>
    </dgm:pt>
    <dgm:pt modelId="{194DDB6C-7046-47CC-B03A-33668EA3542B}" type="sibTrans" cxnId="{E71AF4B5-4293-4BB0-854C-92E377F39D75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A7C20BAE-4B4E-4FCC-900E-77B66B72D22A}">
      <dgm:prSet/>
      <dgm:spPr/>
      <dgm:t>
        <a:bodyPr/>
        <a:lstStyle/>
        <a:p>
          <a:r>
            <a:rPr lang="en-GB"/>
            <a:t>Predict input using both classifiers.</a:t>
          </a:r>
          <a:endParaRPr lang="en-US"/>
        </a:p>
      </dgm:t>
    </dgm:pt>
    <dgm:pt modelId="{E39E1281-0279-4224-8993-74612DD0B17D}" type="parTrans" cxnId="{DDEC3D4A-5C0E-4427-AD47-4B3519D778CF}">
      <dgm:prSet/>
      <dgm:spPr/>
      <dgm:t>
        <a:bodyPr/>
        <a:lstStyle/>
        <a:p>
          <a:endParaRPr lang="en-US"/>
        </a:p>
      </dgm:t>
    </dgm:pt>
    <dgm:pt modelId="{8CEAB6E2-DF4F-4FD0-B10A-CFC02ABA6FC4}" type="sibTrans" cxnId="{DDEC3D4A-5C0E-4427-AD47-4B3519D778CF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EE9798A7-52B0-4F2A-A5D8-DA8C81704DC5}">
      <dgm:prSet/>
      <dgm:spPr/>
      <dgm:t>
        <a:bodyPr/>
        <a:lstStyle/>
        <a:p>
          <a:r>
            <a:rPr lang="en-GB"/>
            <a:t>Validate results using similarity metrics.</a:t>
          </a:r>
          <a:endParaRPr lang="en-US"/>
        </a:p>
      </dgm:t>
    </dgm:pt>
    <dgm:pt modelId="{D7614161-168A-4E0E-A3A2-964638A79950}" type="parTrans" cxnId="{74D03897-B0A2-4A86-A087-C0ACBA12E469}">
      <dgm:prSet/>
      <dgm:spPr/>
      <dgm:t>
        <a:bodyPr/>
        <a:lstStyle/>
        <a:p>
          <a:endParaRPr lang="en-US"/>
        </a:p>
      </dgm:t>
    </dgm:pt>
    <dgm:pt modelId="{192A7C4E-C348-4BCF-9F35-E54A10471412}" type="sibTrans" cxnId="{74D03897-B0A2-4A86-A087-C0ACBA12E469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A4E611DF-189E-456C-A583-EE23F39339B9}" type="pres">
      <dgm:prSet presAssocID="{B0F932E2-E28D-4031-9FA4-A496170AAE77}" presName="linearFlow" presStyleCnt="0">
        <dgm:presLayoutVars>
          <dgm:dir/>
          <dgm:animLvl val="lvl"/>
          <dgm:resizeHandles val="exact"/>
        </dgm:presLayoutVars>
      </dgm:prSet>
      <dgm:spPr/>
    </dgm:pt>
    <dgm:pt modelId="{E367952A-0E87-4C45-BB83-5D73B19EB329}" type="pres">
      <dgm:prSet presAssocID="{E8ED85AC-7DB2-4B69-90F2-87C9D720C9CA}" presName="compositeNode" presStyleCnt="0"/>
      <dgm:spPr/>
    </dgm:pt>
    <dgm:pt modelId="{3E046D04-A6FF-4DEF-9F84-0F280EDAA6A8}" type="pres">
      <dgm:prSet presAssocID="{E8ED85AC-7DB2-4B69-90F2-87C9D720C9C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EC79BE91-0803-4E7A-A21A-8DEAE6A424F0}" type="pres">
      <dgm:prSet presAssocID="{E8ED85AC-7DB2-4B69-90F2-87C9D720C9CA}" presName="parSh" presStyleCnt="0"/>
      <dgm:spPr/>
    </dgm:pt>
    <dgm:pt modelId="{E8FDB20C-354B-4B70-A9D1-C1F2FC447D73}" type="pres">
      <dgm:prSet presAssocID="{E8ED85AC-7DB2-4B69-90F2-87C9D720C9CA}" presName="lineNode" presStyleLbl="alignAccFollowNode1" presStyleIdx="0" presStyleCnt="15"/>
      <dgm:spPr/>
    </dgm:pt>
    <dgm:pt modelId="{B0C3000B-471E-4C10-BB83-E0C1E0CAEAC1}" type="pres">
      <dgm:prSet presAssocID="{E8ED85AC-7DB2-4B69-90F2-87C9D720C9CA}" presName="lineArrowNode" presStyleLbl="alignAccFollowNode1" presStyleIdx="1" presStyleCnt="15"/>
      <dgm:spPr/>
    </dgm:pt>
    <dgm:pt modelId="{EE55C1F4-CCE0-4340-902A-AC9A787C6914}" type="pres">
      <dgm:prSet presAssocID="{B38F1954-6407-43CC-B857-8A17B284585D}" presName="sibTransNodeCircle" presStyleLbl="alignNode1" presStyleIdx="0" presStyleCnt="5">
        <dgm:presLayoutVars>
          <dgm:chMax val="0"/>
          <dgm:bulletEnabled/>
        </dgm:presLayoutVars>
      </dgm:prSet>
      <dgm:spPr/>
    </dgm:pt>
    <dgm:pt modelId="{BA047E3F-F113-4B60-B043-FFBCB83F598B}" type="pres">
      <dgm:prSet presAssocID="{B38F1954-6407-43CC-B857-8A17B284585D}" presName="spacerBetweenCircleAndCallout" presStyleCnt="0">
        <dgm:presLayoutVars/>
      </dgm:prSet>
      <dgm:spPr/>
    </dgm:pt>
    <dgm:pt modelId="{E3BD4CCB-64BC-4A72-80C0-FEF56C4C2131}" type="pres">
      <dgm:prSet presAssocID="{E8ED85AC-7DB2-4B69-90F2-87C9D720C9CA}" presName="nodeText" presStyleLbl="alignAccFollowNode1" presStyleIdx="2" presStyleCnt="15">
        <dgm:presLayoutVars>
          <dgm:bulletEnabled val="1"/>
        </dgm:presLayoutVars>
      </dgm:prSet>
      <dgm:spPr/>
    </dgm:pt>
    <dgm:pt modelId="{E14CDAEC-267F-414E-A0DF-46081E25E3E8}" type="pres">
      <dgm:prSet presAssocID="{B38F1954-6407-43CC-B857-8A17B284585D}" presName="sibTransComposite" presStyleCnt="0"/>
      <dgm:spPr/>
    </dgm:pt>
    <dgm:pt modelId="{FBB0035F-C597-4C47-A880-06F7DF1E011A}" type="pres">
      <dgm:prSet presAssocID="{0CD18E12-D74A-45A6-9F1E-A1926C10C9C8}" presName="compositeNode" presStyleCnt="0"/>
      <dgm:spPr/>
    </dgm:pt>
    <dgm:pt modelId="{025BA120-0990-4FA9-A36A-82E60A01BDD8}" type="pres">
      <dgm:prSet presAssocID="{0CD18E12-D74A-45A6-9F1E-A1926C10C9C8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21CA3D6-5006-4767-9CF6-F147D7866862}" type="pres">
      <dgm:prSet presAssocID="{0CD18E12-D74A-45A6-9F1E-A1926C10C9C8}" presName="parSh" presStyleCnt="0"/>
      <dgm:spPr/>
    </dgm:pt>
    <dgm:pt modelId="{904AC894-76B6-4205-9BBE-6F7165E677D9}" type="pres">
      <dgm:prSet presAssocID="{0CD18E12-D74A-45A6-9F1E-A1926C10C9C8}" presName="lineNode" presStyleLbl="alignAccFollowNode1" presStyleIdx="3" presStyleCnt="15"/>
      <dgm:spPr/>
    </dgm:pt>
    <dgm:pt modelId="{2424B8CB-59E0-4BDB-B544-202BB3CC7324}" type="pres">
      <dgm:prSet presAssocID="{0CD18E12-D74A-45A6-9F1E-A1926C10C9C8}" presName="lineArrowNode" presStyleLbl="alignAccFollowNode1" presStyleIdx="4" presStyleCnt="15"/>
      <dgm:spPr/>
    </dgm:pt>
    <dgm:pt modelId="{E960212F-1F10-4FB6-8412-32AE547FD50A}" type="pres">
      <dgm:prSet presAssocID="{B0DCCFCB-7BD3-4C01-BCA0-6EC45C3507E0}" presName="sibTransNodeCircle" presStyleLbl="alignNode1" presStyleIdx="1" presStyleCnt="5">
        <dgm:presLayoutVars>
          <dgm:chMax val="0"/>
          <dgm:bulletEnabled/>
        </dgm:presLayoutVars>
      </dgm:prSet>
      <dgm:spPr/>
    </dgm:pt>
    <dgm:pt modelId="{B1564496-A775-480A-A65F-6CD654531878}" type="pres">
      <dgm:prSet presAssocID="{B0DCCFCB-7BD3-4C01-BCA0-6EC45C3507E0}" presName="spacerBetweenCircleAndCallout" presStyleCnt="0">
        <dgm:presLayoutVars/>
      </dgm:prSet>
      <dgm:spPr/>
    </dgm:pt>
    <dgm:pt modelId="{1135B0F0-F741-4A4A-A77A-F4E9CFC42813}" type="pres">
      <dgm:prSet presAssocID="{0CD18E12-D74A-45A6-9F1E-A1926C10C9C8}" presName="nodeText" presStyleLbl="alignAccFollowNode1" presStyleIdx="5" presStyleCnt="15">
        <dgm:presLayoutVars>
          <dgm:bulletEnabled val="1"/>
        </dgm:presLayoutVars>
      </dgm:prSet>
      <dgm:spPr/>
    </dgm:pt>
    <dgm:pt modelId="{31B3FD6B-5D89-4129-8B66-6A514E19E884}" type="pres">
      <dgm:prSet presAssocID="{B0DCCFCB-7BD3-4C01-BCA0-6EC45C3507E0}" presName="sibTransComposite" presStyleCnt="0"/>
      <dgm:spPr/>
    </dgm:pt>
    <dgm:pt modelId="{A7CB63D5-B6AB-4036-9F90-C94AE6A46485}" type="pres">
      <dgm:prSet presAssocID="{7418FFAA-5F4C-46C8-96BC-32BDD31AF5CE}" presName="compositeNode" presStyleCnt="0"/>
      <dgm:spPr/>
    </dgm:pt>
    <dgm:pt modelId="{29592BED-CC07-42FB-AC00-E61E193919F5}" type="pres">
      <dgm:prSet presAssocID="{7418FFAA-5F4C-46C8-96BC-32BDD31AF5CE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90059DF-E062-47B2-8DE7-29F7658F96A6}" type="pres">
      <dgm:prSet presAssocID="{7418FFAA-5F4C-46C8-96BC-32BDD31AF5CE}" presName="parSh" presStyleCnt="0"/>
      <dgm:spPr/>
    </dgm:pt>
    <dgm:pt modelId="{BC17E2D7-A8E0-44A5-87DD-F0F133CB5B1A}" type="pres">
      <dgm:prSet presAssocID="{7418FFAA-5F4C-46C8-96BC-32BDD31AF5CE}" presName="lineNode" presStyleLbl="alignAccFollowNode1" presStyleIdx="6" presStyleCnt="15"/>
      <dgm:spPr/>
    </dgm:pt>
    <dgm:pt modelId="{F3C005DF-4B36-4815-8711-677D645B9D6E}" type="pres">
      <dgm:prSet presAssocID="{7418FFAA-5F4C-46C8-96BC-32BDD31AF5CE}" presName="lineArrowNode" presStyleLbl="alignAccFollowNode1" presStyleIdx="7" presStyleCnt="15"/>
      <dgm:spPr/>
    </dgm:pt>
    <dgm:pt modelId="{D4D71122-FF14-40C5-B557-D05111E9475E}" type="pres">
      <dgm:prSet presAssocID="{194DDB6C-7046-47CC-B03A-33668EA3542B}" presName="sibTransNodeCircle" presStyleLbl="alignNode1" presStyleIdx="2" presStyleCnt="5">
        <dgm:presLayoutVars>
          <dgm:chMax val="0"/>
          <dgm:bulletEnabled/>
        </dgm:presLayoutVars>
      </dgm:prSet>
      <dgm:spPr/>
    </dgm:pt>
    <dgm:pt modelId="{16CF5428-F60F-4020-A796-40022EE3D9B9}" type="pres">
      <dgm:prSet presAssocID="{194DDB6C-7046-47CC-B03A-33668EA3542B}" presName="spacerBetweenCircleAndCallout" presStyleCnt="0">
        <dgm:presLayoutVars/>
      </dgm:prSet>
      <dgm:spPr/>
    </dgm:pt>
    <dgm:pt modelId="{CD4EFCD1-DE20-4DBF-9095-9B4B58D0DFD3}" type="pres">
      <dgm:prSet presAssocID="{7418FFAA-5F4C-46C8-96BC-32BDD31AF5CE}" presName="nodeText" presStyleLbl="alignAccFollowNode1" presStyleIdx="8" presStyleCnt="15">
        <dgm:presLayoutVars>
          <dgm:bulletEnabled val="1"/>
        </dgm:presLayoutVars>
      </dgm:prSet>
      <dgm:spPr/>
    </dgm:pt>
    <dgm:pt modelId="{9F526DFF-3306-4A51-8373-0E616DA0FA9E}" type="pres">
      <dgm:prSet presAssocID="{194DDB6C-7046-47CC-B03A-33668EA3542B}" presName="sibTransComposite" presStyleCnt="0"/>
      <dgm:spPr/>
    </dgm:pt>
    <dgm:pt modelId="{4B522542-BD3B-43DB-88F4-493F05B1722D}" type="pres">
      <dgm:prSet presAssocID="{A7C20BAE-4B4E-4FCC-900E-77B66B72D22A}" presName="compositeNode" presStyleCnt="0"/>
      <dgm:spPr/>
    </dgm:pt>
    <dgm:pt modelId="{56C668E1-FB53-4DDE-8070-73288AECF409}" type="pres">
      <dgm:prSet presAssocID="{A7C20BAE-4B4E-4FCC-900E-77B66B72D22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08699774-70B5-4609-B652-E62AF3DDFBAB}" type="pres">
      <dgm:prSet presAssocID="{A7C20BAE-4B4E-4FCC-900E-77B66B72D22A}" presName="parSh" presStyleCnt="0"/>
      <dgm:spPr/>
    </dgm:pt>
    <dgm:pt modelId="{B566685F-FE48-4A75-AA27-E41964F6B6A3}" type="pres">
      <dgm:prSet presAssocID="{A7C20BAE-4B4E-4FCC-900E-77B66B72D22A}" presName="lineNode" presStyleLbl="alignAccFollowNode1" presStyleIdx="9" presStyleCnt="15"/>
      <dgm:spPr/>
    </dgm:pt>
    <dgm:pt modelId="{D6DEE715-CBB5-4EE1-8B37-1CE4741D4B25}" type="pres">
      <dgm:prSet presAssocID="{A7C20BAE-4B4E-4FCC-900E-77B66B72D22A}" presName="lineArrowNode" presStyleLbl="alignAccFollowNode1" presStyleIdx="10" presStyleCnt="15"/>
      <dgm:spPr/>
    </dgm:pt>
    <dgm:pt modelId="{7003C572-58A1-42F5-A0CF-0B31894A4064}" type="pres">
      <dgm:prSet presAssocID="{8CEAB6E2-DF4F-4FD0-B10A-CFC02ABA6FC4}" presName="sibTransNodeCircle" presStyleLbl="alignNode1" presStyleIdx="3" presStyleCnt="5">
        <dgm:presLayoutVars>
          <dgm:chMax val="0"/>
          <dgm:bulletEnabled/>
        </dgm:presLayoutVars>
      </dgm:prSet>
      <dgm:spPr/>
    </dgm:pt>
    <dgm:pt modelId="{1C50F915-724A-4C26-BB68-7250BC1B5B8D}" type="pres">
      <dgm:prSet presAssocID="{8CEAB6E2-DF4F-4FD0-B10A-CFC02ABA6FC4}" presName="spacerBetweenCircleAndCallout" presStyleCnt="0">
        <dgm:presLayoutVars/>
      </dgm:prSet>
      <dgm:spPr/>
    </dgm:pt>
    <dgm:pt modelId="{D605F362-B450-4357-9D12-20856ADF59AE}" type="pres">
      <dgm:prSet presAssocID="{A7C20BAE-4B4E-4FCC-900E-77B66B72D22A}" presName="nodeText" presStyleLbl="alignAccFollowNode1" presStyleIdx="11" presStyleCnt="15">
        <dgm:presLayoutVars>
          <dgm:bulletEnabled val="1"/>
        </dgm:presLayoutVars>
      </dgm:prSet>
      <dgm:spPr/>
    </dgm:pt>
    <dgm:pt modelId="{673C123A-38CD-41E6-B0F4-86292E7DE2C0}" type="pres">
      <dgm:prSet presAssocID="{8CEAB6E2-DF4F-4FD0-B10A-CFC02ABA6FC4}" presName="sibTransComposite" presStyleCnt="0"/>
      <dgm:spPr/>
    </dgm:pt>
    <dgm:pt modelId="{E44091FF-F1B0-4BB0-BD9E-FE5EC00DB6CD}" type="pres">
      <dgm:prSet presAssocID="{EE9798A7-52B0-4F2A-A5D8-DA8C81704DC5}" presName="compositeNode" presStyleCnt="0"/>
      <dgm:spPr/>
    </dgm:pt>
    <dgm:pt modelId="{71EF7F86-DE6F-47AC-AFE1-C1A7384F3249}" type="pres">
      <dgm:prSet presAssocID="{EE9798A7-52B0-4F2A-A5D8-DA8C81704DC5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C5CF1E7E-E994-44C0-810C-39AF0131BEAE}" type="pres">
      <dgm:prSet presAssocID="{EE9798A7-52B0-4F2A-A5D8-DA8C81704DC5}" presName="parSh" presStyleCnt="0"/>
      <dgm:spPr/>
    </dgm:pt>
    <dgm:pt modelId="{2448E6B3-68C1-4E43-B60B-421D45CE94E3}" type="pres">
      <dgm:prSet presAssocID="{EE9798A7-52B0-4F2A-A5D8-DA8C81704DC5}" presName="lineNode" presStyleLbl="alignAccFollowNode1" presStyleIdx="12" presStyleCnt="15"/>
      <dgm:spPr/>
    </dgm:pt>
    <dgm:pt modelId="{32F4B5F9-E398-4EFF-A610-49452C0BF830}" type="pres">
      <dgm:prSet presAssocID="{EE9798A7-52B0-4F2A-A5D8-DA8C81704DC5}" presName="lineArrowNode" presStyleLbl="alignAccFollowNode1" presStyleIdx="13" presStyleCnt="15"/>
      <dgm:spPr/>
    </dgm:pt>
    <dgm:pt modelId="{BF5852AB-5158-4974-B7A8-D4372655D5EF}" type="pres">
      <dgm:prSet presAssocID="{192A7C4E-C348-4BCF-9F35-E54A10471412}" presName="sibTransNodeCircle" presStyleLbl="alignNode1" presStyleIdx="4" presStyleCnt="5">
        <dgm:presLayoutVars>
          <dgm:chMax val="0"/>
          <dgm:bulletEnabled/>
        </dgm:presLayoutVars>
      </dgm:prSet>
      <dgm:spPr/>
    </dgm:pt>
    <dgm:pt modelId="{5917C830-945C-4F2B-BBF4-A5E9DB4BBCB3}" type="pres">
      <dgm:prSet presAssocID="{192A7C4E-C348-4BCF-9F35-E54A10471412}" presName="spacerBetweenCircleAndCallout" presStyleCnt="0">
        <dgm:presLayoutVars/>
      </dgm:prSet>
      <dgm:spPr/>
    </dgm:pt>
    <dgm:pt modelId="{86696240-7603-4C3C-83A9-B548F4B63D56}" type="pres">
      <dgm:prSet presAssocID="{EE9798A7-52B0-4F2A-A5D8-DA8C81704DC5}" presName="nodeText" presStyleLbl="alignAccFollowNode1" presStyleIdx="14" presStyleCnt="15">
        <dgm:presLayoutVars>
          <dgm:bulletEnabled val="1"/>
        </dgm:presLayoutVars>
      </dgm:prSet>
      <dgm:spPr/>
    </dgm:pt>
  </dgm:ptLst>
  <dgm:cxnLst>
    <dgm:cxn modelId="{C8A4440A-4DA9-4C24-8312-72B59F66DA79}" type="presOf" srcId="{A7C20BAE-4B4E-4FCC-900E-77B66B72D22A}" destId="{D605F362-B450-4357-9D12-20856ADF59AE}" srcOrd="0" destOrd="0" presId="urn:microsoft.com/office/officeart/2016/7/layout/LinearArrowProcessNumbered"/>
    <dgm:cxn modelId="{EC40760E-AF39-412D-9AA1-407ADD020250}" type="presOf" srcId="{0CD18E12-D74A-45A6-9F1E-A1926C10C9C8}" destId="{1135B0F0-F741-4A4A-A77A-F4E9CFC42813}" srcOrd="0" destOrd="0" presId="urn:microsoft.com/office/officeart/2016/7/layout/LinearArrowProcessNumbered"/>
    <dgm:cxn modelId="{BEBA3523-8E29-4930-B225-1AD9E7F255FC}" type="presOf" srcId="{B38F1954-6407-43CC-B857-8A17B284585D}" destId="{EE55C1F4-CCE0-4340-902A-AC9A787C6914}" srcOrd="0" destOrd="0" presId="urn:microsoft.com/office/officeart/2016/7/layout/LinearArrowProcessNumbered"/>
    <dgm:cxn modelId="{6BE53337-E9DC-4D6A-A941-C6576E7D8646}" type="presOf" srcId="{B0DCCFCB-7BD3-4C01-BCA0-6EC45C3507E0}" destId="{E960212F-1F10-4FB6-8412-32AE547FD50A}" srcOrd="0" destOrd="0" presId="urn:microsoft.com/office/officeart/2016/7/layout/LinearArrowProcessNumbered"/>
    <dgm:cxn modelId="{582BD53D-B8FF-4083-AF2A-C304E8FFC33A}" type="presOf" srcId="{E8ED85AC-7DB2-4B69-90F2-87C9D720C9CA}" destId="{E3BD4CCB-64BC-4A72-80C0-FEF56C4C2131}" srcOrd="0" destOrd="0" presId="urn:microsoft.com/office/officeart/2016/7/layout/LinearArrowProcessNumbered"/>
    <dgm:cxn modelId="{DDEC3D4A-5C0E-4427-AD47-4B3519D778CF}" srcId="{B0F932E2-E28D-4031-9FA4-A496170AAE77}" destId="{A7C20BAE-4B4E-4FCC-900E-77B66B72D22A}" srcOrd="3" destOrd="0" parTransId="{E39E1281-0279-4224-8993-74612DD0B17D}" sibTransId="{8CEAB6E2-DF4F-4FD0-B10A-CFC02ABA6FC4}"/>
    <dgm:cxn modelId="{087B7863-3D9D-4B7F-89D5-5CEB1D4F215F}" type="presOf" srcId="{8CEAB6E2-DF4F-4FD0-B10A-CFC02ABA6FC4}" destId="{7003C572-58A1-42F5-A0CF-0B31894A4064}" srcOrd="0" destOrd="0" presId="urn:microsoft.com/office/officeart/2016/7/layout/LinearArrowProcessNumbered"/>
    <dgm:cxn modelId="{5B39347E-7D7D-4AFF-B204-A91E3407EF27}" type="presOf" srcId="{194DDB6C-7046-47CC-B03A-33668EA3542B}" destId="{D4D71122-FF14-40C5-B557-D05111E9475E}" srcOrd="0" destOrd="0" presId="urn:microsoft.com/office/officeart/2016/7/layout/LinearArrowProcessNumbered"/>
    <dgm:cxn modelId="{74D03897-B0A2-4A86-A087-C0ACBA12E469}" srcId="{B0F932E2-E28D-4031-9FA4-A496170AAE77}" destId="{EE9798A7-52B0-4F2A-A5D8-DA8C81704DC5}" srcOrd="4" destOrd="0" parTransId="{D7614161-168A-4E0E-A3A2-964638A79950}" sibTransId="{192A7C4E-C348-4BCF-9F35-E54A10471412}"/>
    <dgm:cxn modelId="{760663A5-0B5B-4603-8A86-16AF891D6271}" srcId="{B0F932E2-E28D-4031-9FA4-A496170AAE77}" destId="{0CD18E12-D74A-45A6-9F1E-A1926C10C9C8}" srcOrd="1" destOrd="0" parTransId="{9CC5F8A6-24F9-4CA9-A9D9-CA14A37F979C}" sibTransId="{B0DCCFCB-7BD3-4C01-BCA0-6EC45C3507E0}"/>
    <dgm:cxn modelId="{50BD10AF-71AD-4E72-A4A6-66EC58F5B6C5}" srcId="{B0F932E2-E28D-4031-9FA4-A496170AAE77}" destId="{E8ED85AC-7DB2-4B69-90F2-87C9D720C9CA}" srcOrd="0" destOrd="0" parTransId="{E51386DC-3A45-4ACB-A5FC-E3E6B48BF9FE}" sibTransId="{B38F1954-6407-43CC-B857-8A17B284585D}"/>
    <dgm:cxn modelId="{E71AF4B5-4293-4BB0-854C-92E377F39D75}" srcId="{B0F932E2-E28D-4031-9FA4-A496170AAE77}" destId="{7418FFAA-5F4C-46C8-96BC-32BDD31AF5CE}" srcOrd="2" destOrd="0" parTransId="{D620564D-03F4-497F-9AA3-BE74FBC70DFD}" sibTransId="{194DDB6C-7046-47CC-B03A-33668EA3542B}"/>
    <dgm:cxn modelId="{E270C9CB-C5D0-4835-977B-EB2282DFEAF2}" type="presOf" srcId="{7418FFAA-5F4C-46C8-96BC-32BDD31AF5CE}" destId="{CD4EFCD1-DE20-4DBF-9095-9B4B58D0DFD3}" srcOrd="0" destOrd="0" presId="urn:microsoft.com/office/officeart/2016/7/layout/LinearArrowProcessNumbered"/>
    <dgm:cxn modelId="{8D8EAAE1-B7F4-40C8-AFDF-AFD3E3CA661A}" type="presOf" srcId="{EE9798A7-52B0-4F2A-A5D8-DA8C81704DC5}" destId="{86696240-7603-4C3C-83A9-B548F4B63D56}" srcOrd="0" destOrd="0" presId="urn:microsoft.com/office/officeart/2016/7/layout/LinearArrowProcessNumbered"/>
    <dgm:cxn modelId="{AB3B08E8-B5E6-4BD1-AE47-A1984EC19773}" type="presOf" srcId="{B0F932E2-E28D-4031-9FA4-A496170AAE77}" destId="{A4E611DF-189E-456C-A583-EE23F39339B9}" srcOrd="0" destOrd="0" presId="urn:microsoft.com/office/officeart/2016/7/layout/LinearArrowProcessNumbered"/>
    <dgm:cxn modelId="{A08225F3-1B0B-49EC-8DC9-87E41253B011}" type="presOf" srcId="{192A7C4E-C348-4BCF-9F35-E54A10471412}" destId="{BF5852AB-5158-4974-B7A8-D4372655D5EF}" srcOrd="0" destOrd="0" presId="urn:microsoft.com/office/officeart/2016/7/layout/LinearArrowProcessNumbered"/>
    <dgm:cxn modelId="{F04089F2-FCE3-4F77-99CA-2801BBBD4897}" type="presParOf" srcId="{A4E611DF-189E-456C-A583-EE23F39339B9}" destId="{E367952A-0E87-4C45-BB83-5D73B19EB329}" srcOrd="0" destOrd="0" presId="urn:microsoft.com/office/officeart/2016/7/layout/LinearArrowProcessNumbered"/>
    <dgm:cxn modelId="{DF5B3080-D1E9-4399-AD6E-2BA7C096271D}" type="presParOf" srcId="{E367952A-0E87-4C45-BB83-5D73B19EB329}" destId="{3E046D04-A6FF-4DEF-9F84-0F280EDAA6A8}" srcOrd="0" destOrd="0" presId="urn:microsoft.com/office/officeart/2016/7/layout/LinearArrowProcessNumbered"/>
    <dgm:cxn modelId="{59402466-F77D-4708-8B5D-80CE20A3506A}" type="presParOf" srcId="{E367952A-0E87-4C45-BB83-5D73B19EB329}" destId="{EC79BE91-0803-4E7A-A21A-8DEAE6A424F0}" srcOrd="1" destOrd="0" presId="urn:microsoft.com/office/officeart/2016/7/layout/LinearArrowProcessNumbered"/>
    <dgm:cxn modelId="{E3765C4D-B0B0-4CF4-BC6A-E2A6834FB61B}" type="presParOf" srcId="{EC79BE91-0803-4E7A-A21A-8DEAE6A424F0}" destId="{E8FDB20C-354B-4B70-A9D1-C1F2FC447D73}" srcOrd="0" destOrd="0" presId="urn:microsoft.com/office/officeart/2016/7/layout/LinearArrowProcessNumbered"/>
    <dgm:cxn modelId="{477FB0FF-C8C4-46B2-88B5-E6157DF15116}" type="presParOf" srcId="{EC79BE91-0803-4E7A-A21A-8DEAE6A424F0}" destId="{B0C3000B-471E-4C10-BB83-E0C1E0CAEAC1}" srcOrd="1" destOrd="0" presId="urn:microsoft.com/office/officeart/2016/7/layout/LinearArrowProcessNumbered"/>
    <dgm:cxn modelId="{98E5F6CC-3248-4AA4-BF1D-BF092714BD15}" type="presParOf" srcId="{EC79BE91-0803-4E7A-A21A-8DEAE6A424F0}" destId="{EE55C1F4-CCE0-4340-902A-AC9A787C6914}" srcOrd="2" destOrd="0" presId="urn:microsoft.com/office/officeart/2016/7/layout/LinearArrowProcessNumbered"/>
    <dgm:cxn modelId="{C312DECE-D0F6-4AB5-AD27-C36FB2FCA376}" type="presParOf" srcId="{EC79BE91-0803-4E7A-A21A-8DEAE6A424F0}" destId="{BA047E3F-F113-4B60-B043-FFBCB83F598B}" srcOrd="3" destOrd="0" presId="urn:microsoft.com/office/officeart/2016/7/layout/LinearArrowProcessNumbered"/>
    <dgm:cxn modelId="{680CE15C-FF73-40E4-925B-3D75AA316892}" type="presParOf" srcId="{E367952A-0E87-4C45-BB83-5D73B19EB329}" destId="{E3BD4CCB-64BC-4A72-80C0-FEF56C4C2131}" srcOrd="2" destOrd="0" presId="urn:microsoft.com/office/officeart/2016/7/layout/LinearArrowProcessNumbered"/>
    <dgm:cxn modelId="{EC78AD4C-9337-46CE-A4B2-1BEA87832E67}" type="presParOf" srcId="{A4E611DF-189E-456C-A583-EE23F39339B9}" destId="{E14CDAEC-267F-414E-A0DF-46081E25E3E8}" srcOrd="1" destOrd="0" presId="urn:microsoft.com/office/officeart/2016/7/layout/LinearArrowProcessNumbered"/>
    <dgm:cxn modelId="{DB62BB56-0DCB-450B-8CEB-4F8BDD4DDF29}" type="presParOf" srcId="{A4E611DF-189E-456C-A583-EE23F39339B9}" destId="{FBB0035F-C597-4C47-A880-06F7DF1E011A}" srcOrd="2" destOrd="0" presId="urn:microsoft.com/office/officeart/2016/7/layout/LinearArrowProcessNumbered"/>
    <dgm:cxn modelId="{E445D435-836E-48D6-8B5A-92C9F253FCBE}" type="presParOf" srcId="{FBB0035F-C597-4C47-A880-06F7DF1E011A}" destId="{025BA120-0990-4FA9-A36A-82E60A01BDD8}" srcOrd="0" destOrd="0" presId="urn:microsoft.com/office/officeart/2016/7/layout/LinearArrowProcessNumbered"/>
    <dgm:cxn modelId="{3935ADA6-80C7-4F97-AAA5-053414147E8A}" type="presParOf" srcId="{FBB0035F-C597-4C47-A880-06F7DF1E011A}" destId="{421CA3D6-5006-4767-9CF6-F147D7866862}" srcOrd="1" destOrd="0" presId="urn:microsoft.com/office/officeart/2016/7/layout/LinearArrowProcessNumbered"/>
    <dgm:cxn modelId="{6692AFB0-9F67-481A-9D68-697F0A215EC0}" type="presParOf" srcId="{421CA3D6-5006-4767-9CF6-F147D7866862}" destId="{904AC894-76B6-4205-9BBE-6F7165E677D9}" srcOrd="0" destOrd="0" presId="urn:microsoft.com/office/officeart/2016/7/layout/LinearArrowProcessNumbered"/>
    <dgm:cxn modelId="{9A0EBB18-DA2C-4F5C-891C-44B35251953A}" type="presParOf" srcId="{421CA3D6-5006-4767-9CF6-F147D7866862}" destId="{2424B8CB-59E0-4BDB-B544-202BB3CC7324}" srcOrd="1" destOrd="0" presId="urn:microsoft.com/office/officeart/2016/7/layout/LinearArrowProcessNumbered"/>
    <dgm:cxn modelId="{7703124F-183C-4B26-A873-5B25659A0F01}" type="presParOf" srcId="{421CA3D6-5006-4767-9CF6-F147D7866862}" destId="{E960212F-1F10-4FB6-8412-32AE547FD50A}" srcOrd="2" destOrd="0" presId="urn:microsoft.com/office/officeart/2016/7/layout/LinearArrowProcessNumbered"/>
    <dgm:cxn modelId="{AC1F5DE4-5662-4A8F-8276-E514EAFD2588}" type="presParOf" srcId="{421CA3D6-5006-4767-9CF6-F147D7866862}" destId="{B1564496-A775-480A-A65F-6CD654531878}" srcOrd="3" destOrd="0" presId="urn:microsoft.com/office/officeart/2016/7/layout/LinearArrowProcessNumbered"/>
    <dgm:cxn modelId="{C36714EB-844A-4205-BB57-F2DCF7104E7C}" type="presParOf" srcId="{FBB0035F-C597-4C47-A880-06F7DF1E011A}" destId="{1135B0F0-F741-4A4A-A77A-F4E9CFC42813}" srcOrd="2" destOrd="0" presId="urn:microsoft.com/office/officeart/2016/7/layout/LinearArrowProcessNumbered"/>
    <dgm:cxn modelId="{6B1703E5-E550-48AD-98A6-F90B2D37973F}" type="presParOf" srcId="{A4E611DF-189E-456C-A583-EE23F39339B9}" destId="{31B3FD6B-5D89-4129-8B66-6A514E19E884}" srcOrd="3" destOrd="0" presId="urn:microsoft.com/office/officeart/2016/7/layout/LinearArrowProcessNumbered"/>
    <dgm:cxn modelId="{13A9F566-10B4-4874-AC3D-98F970816AE5}" type="presParOf" srcId="{A4E611DF-189E-456C-A583-EE23F39339B9}" destId="{A7CB63D5-B6AB-4036-9F90-C94AE6A46485}" srcOrd="4" destOrd="0" presId="urn:microsoft.com/office/officeart/2016/7/layout/LinearArrowProcessNumbered"/>
    <dgm:cxn modelId="{2486FF4A-EFC9-4AB5-815E-030231A900A9}" type="presParOf" srcId="{A7CB63D5-B6AB-4036-9F90-C94AE6A46485}" destId="{29592BED-CC07-42FB-AC00-E61E193919F5}" srcOrd="0" destOrd="0" presId="urn:microsoft.com/office/officeart/2016/7/layout/LinearArrowProcessNumbered"/>
    <dgm:cxn modelId="{7E64C189-63CB-47AB-901E-4319EF153F83}" type="presParOf" srcId="{A7CB63D5-B6AB-4036-9F90-C94AE6A46485}" destId="{190059DF-E062-47B2-8DE7-29F7658F96A6}" srcOrd="1" destOrd="0" presId="urn:microsoft.com/office/officeart/2016/7/layout/LinearArrowProcessNumbered"/>
    <dgm:cxn modelId="{2F6D224C-0761-4EE5-AA67-431C2C723EF9}" type="presParOf" srcId="{190059DF-E062-47B2-8DE7-29F7658F96A6}" destId="{BC17E2D7-A8E0-44A5-87DD-F0F133CB5B1A}" srcOrd="0" destOrd="0" presId="urn:microsoft.com/office/officeart/2016/7/layout/LinearArrowProcessNumbered"/>
    <dgm:cxn modelId="{C72C20AE-4C03-414A-B4BA-3C81998F4C8D}" type="presParOf" srcId="{190059DF-E062-47B2-8DE7-29F7658F96A6}" destId="{F3C005DF-4B36-4815-8711-677D645B9D6E}" srcOrd="1" destOrd="0" presId="urn:microsoft.com/office/officeart/2016/7/layout/LinearArrowProcessNumbered"/>
    <dgm:cxn modelId="{A8FD6857-2C9C-40F0-86A4-0E9B9EC15B16}" type="presParOf" srcId="{190059DF-E062-47B2-8DE7-29F7658F96A6}" destId="{D4D71122-FF14-40C5-B557-D05111E9475E}" srcOrd="2" destOrd="0" presId="urn:microsoft.com/office/officeart/2016/7/layout/LinearArrowProcessNumbered"/>
    <dgm:cxn modelId="{89ABAD61-F896-4B50-BB8F-640F99C0C382}" type="presParOf" srcId="{190059DF-E062-47B2-8DE7-29F7658F96A6}" destId="{16CF5428-F60F-4020-A796-40022EE3D9B9}" srcOrd="3" destOrd="0" presId="urn:microsoft.com/office/officeart/2016/7/layout/LinearArrowProcessNumbered"/>
    <dgm:cxn modelId="{060D7A91-0FB7-430E-A6BC-6FEE1C3CA4F0}" type="presParOf" srcId="{A7CB63D5-B6AB-4036-9F90-C94AE6A46485}" destId="{CD4EFCD1-DE20-4DBF-9095-9B4B58D0DFD3}" srcOrd="2" destOrd="0" presId="urn:microsoft.com/office/officeart/2016/7/layout/LinearArrowProcessNumbered"/>
    <dgm:cxn modelId="{ED469CB2-DFA1-4B6B-B050-94A32FED5DA5}" type="presParOf" srcId="{A4E611DF-189E-456C-A583-EE23F39339B9}" destId="{9F526DFF-3306-4A51-8373-0E616DA0FA9E}" srcOrd="5" destOrd="0" presId="urn:microsoft.com/office/officeart/2016/7/layout/LinearArrowProcessNumbered"/>
    <dgm:cxn modelId="{C8AFC573-26DA-4919-B376-4150A36B8D90}" type="presParOf" srcId="{A4E611DF-189E-456C-A583-EE23F39339B9}" destId="{4B522542-BD3B-43DB-88F4-493F05B1722D}" srcOrd="6" destOrd="0" presId="urn:microsoft.com/office/officeart/2016/7/layout/LinearArrowProcessNumbered"/>
    <dgm:cxn modelId="{CD0CBE14-4382-4F5B-9007-DFE5DA265892}" type="presParOf" srcId="{4B522542-BD3B-43DB-88F4-493F05B1722D}" destId="{56C668E1-FB53-4DDE-8070-73288AECF409}" srcOrd="0" destOrd="0" presId="urn:microsoft.com/office/officeart/2016/7/layout/LinearArrowProcessNumbered"/>
    <dgm:cxn modelId="{1BBA1F56-C3B3-4E89-8573-26C5C22218BA}" type="presParOf" srcId="{4B522542-BD3B-43DB-88F4-493F05B1722D}" destId="{08699774-70B5-4609-B652-E62AF3DDFBAB}" srcOrd="1" destOrd="0" presId="urn:microsoft.com/office/officeart/2016/7/layout/LinearArrowProcessNumbered"/>
    <dgm:cxn modelId="{377DBC7D-CC6F-4E21-9458-6B719BFDAFA6}" type="presParOf" srcId="{08699774-70B5-4609-B652-E62AF3DDFBAB}" destId="{B566685F-FE48-4A75-AA27-E41964F6B6A3}" srcOrd="0" destOrd="0" presId="urn:microsoft.com/office/officeart/2016/7/layout/LinearArrowProcessNumbered"/>
    <dgm:cxn modelId="{EC0B2FA6-616D-4E92-B1EC-7EBE48A67EB5}" type="presParOf" srcId="{08699774-70B5-4609-B652-E62AF3DDFBAB}" destId="{D6DEE715-CBB5-4EE1-8B37-1CE4741D4B25}" srcOrd="1" destOrd="0" presId="urn:microsoft.com/office/officeart/2016/7/layout/LinearArrowProcessNumbered"/>
    <dgm:cxn modelId="{8817221E-5C00-47A0-BF0D-84245C468365}" type="presParOf" srcId="{08699774-70B5-4609-B652-E62AF3DDFBAB}" destId="{7003C572-58A1-42F5-A0CF-0B31894A4064}" srcOrd="2" destOrd="0" presId="urn:microsoft.com/office/officeart/2016/7/layout/LinearArrowProcessNumbered"/>
    <dgm:cxn modelId="{45A18DC1-1EC1-4664-9B57-9A670E9B2C3D}" type="presParOf" srcId="{08699774-70B5-4609-B652-E62AF3DDFBAB}" destId="{1C50F915-724A-4C26-BB68-7250BC1B5B8D}" srcOrd="3" destOrd="0" presId="urn:microsoft.com/office/officeart/2016/7/layout/LinearArrowProcessNumbered"/>
    <dgm:cxn modelId="{A324969D-0C9B-46EC-88D9-AB82C3C85A62}" type="presParOf" srcId="{4B522542-BD3B-43DB-88F4-493F05B1722D}" destId="{D605F362-B450-4357-9D12-20856ADF59AE}" srcOrd="2" destOrd="0" presId="urn:microsoft.com/office/officeart/2016/7/layout/LinearArrowProcessNumbered"/>
    <dgm:cxn modelId="{807D45ED-2D81-4AA8-92CA-E284A166C8D5}" type="presParOf" srcId="{A4E611DF-189E-456C-A583-EE23F39339B9}" destId="{673C123A-38CD-41E6-B0F4-86292E7DE2C0}" srcOrd="7" destOrd="0" presId="urn:microsoft.com/office/officeart/2016/7/layout/LinearArrowProcessNumbered"/>
    <dgm:cxn modelId="{BCDE1A7A-D5DE-4B95-9622-93CBA9BDF81F}" type="presParOf" srcId="{A4E611DF-189E-456C-A583-EE23F39339B9}" destId="{E44091FF-F1B0-4BB0-BD9E-FE5EC00DB6CD}" srcOrd="8" destOrd="0" presId="urn:microsoft.com/office/officeart/2016/7/layout/LinearArrowProcessNumbered"/>
    <dgm:cxn modelId="{CB6B56CF-0B45-41FA-8CFC-7D7AD1B619AA}" type="presParOf" srcId="{E44091FF-F1B0-4BB0-BD9E-FE5EC00DB6CD}" destId="{71EF7F86-DE6F-47AC-AFE1-C1A7384F3249}" srcOrd="0" destOrd="0" presId="urn:microsoft.com/office/officeart/2016/7/layout/LinearArrowProcessNumbered"/>
    <dgm:cxn modelId="{9D210B5A-BB73-4D06-9D54-6C9EE29C94F1}" type="presParOf" srcId="{E44091FF-F1B0-4BB0-BD9E-FE5EC00DB6CD}" destId="{C5CF1E7E-E994-44C0-810C-39AF0131BEAE}" srcOrd="1" destOrd="0" presId="urn:microsoft.com/office/officeart/2016/7/layout/LinearArrowProcessNumbered"/>
    <dgm:cxn modelId="{53C8532A-EB5D-47B4-B85E-89ACDD582A72}" type="presParOf" srcId="{C5CF1E7E-E994-44C0-810C-39AF0131BEAE}" destId="{2448E6B3-68C1-4E43-B60B-421D45CE94E3}" srcOrd="0" destOrd="0" presId="urn:microsoft.com/office/officeart/2016/7/layout/LinearArrowProcessNumbered"/>
    <dgm:cxn modelId="{65A2154B-D73F-4989-8F50-287B63D397BC}" type="presParOf" srcId="{C5CF1E7E-E994-44C0-810C-39AF0131BEAE}" destId="{32F4B5F9-E398-4EFF-A610-49452C0BF830}" srcOrd="1" destOrd="0" presId="urn:microsoft.com/office/officeart/2016/7/layout/LinearArrowProcessNumbered"/>
    <dgm:cxn modelId="{12F06B4F-1EE3-4642-81FD-0C2622AA81BF}" type="presParOf" srcId="{C5CF1E7E-E994-44C0-810C-39AF0131BEAE}" destId="{BF5852AB-5158-4974-B7A8-D4372655D5EF}" srcOrd="2" destOrd="0" presId="urn:microsoft.com/office/officeart/2016/7/layout/LinearArrowProcessNumbered"/>
    <dgm:cxn modelId="{3B60EA58-47AC-44DD-942B-6B6B9A65C787}" type="presParOf" srcId="{C5CF1E7E-E994-44C0-810C-39AF0131BEAE}" destId="{5917C830-945C-4F2B-BBF4-A5E9DB4BBCB3}" srcOrd="3" destOrd="0" presId="urn:microsoft.com/office/officeart/2016/7/layout/LinearArrowProcessNumbered"/>
    <dgm:cxn modelId="{16B6E698-1E24-4361-8FC6-4CF3B66A21D4}" type="presParOf" srcId="{E44091FF-F1B0-4BB0-BD9E-FE5EC00DB6CD}" destId="{86696240-7603-4C3C-83A9-B548F4B63D56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095C708-46E6-4152-B96A-084ECB0A097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70B6297-A2D2-4EE5-BCCC-1C0DF2096BD8}">
      <dgm:prSet/>
      <dgm:spPr/>
      <dgm:t>
        <a:bodyPr/>
        <a:lstStyle/>
        <a:p>
          <a:r>
            <a:rPr lang="en-GB"/>
            <a:t>•Unit tests to validate classifier accuracy</a:t>
          </a:r>
          <a:endParaRPr lang="en-US"/>
        </a:p>
      </dgm:t>
    </dgm:pt>
    <dgm:pt modelId="{14F245B9-422A-467F-9EC7-BD5B5064F3BB}" type="parTrans" cxnId="{0DF4C086-F07B-4ED3-B393-989E63053A28}">
      <dgm:prSet/>
      <dgm:spPr/>
      <dgm:t>
        <a:bodyPr/>
        <a:lstStyle/>
        <a:p>
          <a:endParaRPr lang="en-US"/>
        </a:p>
      </dgm:t>
    </dgm:pt>
    <dgm:pt modelId="{226186C0-64CE-4415-A746-FCA920BE1978}" type="sibTrans" cxnId="{0DF4C086-F07B-4ED3-B393-989E63053A28}">
      <dgm:prSet/>
      <dgm:spPr/>
      <dgm:t>
        <a:bodyPr/>
        <a:lstStyle/>
        <a:p>
          <a:endParaRPr lang="en-US"/>
        </a:p>
      </dgm:t>
    </dgm:pt>
    <dgm:pt modelId="{6FC57051-C97E-49D7-892B-56EC46B07754}">
      <dgm:prSet/>
      <dgm:spPr/>
      <dgm:t>
        <a:bodyPr/>
        <a:lstStyle/>
        <a:p>
          <a:r>
            <a:rPr lang="en-GB"/>
            <a:t>•Stability check for Spatial Pooler</a:t>
          </a:r>
          <a:endParaRPr lang="en-US"/>
        </a:p>
      </dgm:t>
    </dgm:pt>
    <dgm:pt modelId="{319358DF-4499-411A-9578-D04A8F01BD6D}" type="parTrans" cxnId="{FBE17526-32C6-4DDE-8AED-56C9B06EC475}">
      <dgm:prSet/>
      <dgm:spPr/>
      <dgm:t>
        <a:bodyPr/>
        <a:lstStyle/>
        <a:p>
          <a:endParaRPr lang="en-US"/>
        </a:p>
      </dgm:t>
    </dgm:pt>
    <dgm:pt modelId="{A56E7A3F-9D78-4A4F-9D5B-2DA31D63B85A}" type="sibTrans" cxnId="{FBE17526-32C6-4DDE-8AED-56C9B06EC475}">
      <dgm:prSet/>
      <dgm:spPr/>
      <dgm:t>
        <a:bodyPr/>
        <a:lstStyle/>
        <a:p>
          <a:endParaRPr lang="en-US"/>
        </a:p>
      </dgm:t>
    </dgm:pt>
    <dgm:pt modelId="{93C9CA7A-DCA6-4AE0-8452-CC9B28D032A9}">
      <dgm:prSet/>
      <dgm:spPr/>
      <dgm:t>
        <a:bodyPr/>
        <a:lstStyle/>
        <a:p>
          <a:r>
            <a:rPr lang="en-GB"/>
            <a:t>•Performance evaluation under different conditions</a:t>
          </a:r>
          <a:endParaRPr lang="en-US"/>
        </a:p>
      </dgm:t>
    </dgm:pt>
    <dgm:pt modelId="{9667F054-9DF2-40E1-8A25-1F80EC6C7023}" type="parTrans" cxnId="{A14AE1D2-8A4F-40D7-BBBD-1B332EE66094}">
      <dgm:prSet/>
      <dgm:spPr/>
      <dgm:t>
        <a:bodyPr/>
        <a:lstStyle/>
        <a:p>
          <a:endParaRPr lang="en-US"/>
        </a:p>
      </dgm:t>
    </dgm:pt>
    <dgm:pt modelId="{6ECD4745-B482-4A24-8915-1172C0D67863}" type="sibTrans" cxnId="{A14AE1D2-8A4F-40D7-BBBD-1B332EE66094}">
      <dgm:prSet/>
      <dgm:spPr/>
      <dgm:t>
        <a:bodyPr/>
        <a:lstStyle/>
        <a:p>
          <a:endParaRPr lang="en-US"/>
        </a:p>
      </dgm:t>
    </dgm:pt>
    <dgm:pt modelId="{83E8805C-80E4-47B9-998F-EBA0F455ECB1}" type="pres">
      <dgm:prSet presAssocID="{6095C708-46E6-4152-B96A-084ECB0A0976}" presName="root" presStyleCnt="0">
        <dgm:presLayoutVars>
          <dgm:dir/>
          <dgm:resizeHandles val="exact"/>
        </dgm:presLayoutVars>
      </dgm:prSet>
      <dgm:spPr/>
    </dgm:pt>
    <dgm:pt modelId="{1B24BA4E-AE9E-4CE4-A9B1-E075A356610E}" type="pres">
      <dgm:prSet presAssocID="{C70B6297-A2D2-4EE5-BCCC-1C0DF2096BD8}" presName="compNode" presStyleCnt="0"/>
      <dgm:spPr/>
    </dgm:pt>
    <dgm:pt modelId="{ECE973A8-EE4E-4B8C-866B-35C810F66FAF}" type="pres">
      <dgm:prSet presAssocID="{C70B6297-A2D2-4EE5-BCCC-1C0DF2096BD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1FDDA49B-F5A5-467D-BDB3-A01530FDE2A4}" type="pres">
      <dgm:prSet presAssocID="{C70B6297-A2D2-4EE5-BCCC-1C0DF2096BD8}" presName="spaceRect" presStyleCnt="0"/>
      <dgm:spPr/>
    </dgm:pt>
    <dgm:pt modelId="{B9E1D0DE-D169-4F6A-AD33-6A62B86D4E9C}" type="pres">
      <dgm:prSet presAssocID="{C70B6297-A2D2-4EE5-BCCC-1C0DF2096BD8}" presName="textRect" presStyleLbl="revTx" presStyleIdx="0" presStyleCnt="3">
        <dgm:presLayoutVars>
          <dgm:chMax val="1"/>
          <dgm:chPref val="1"/>
        </dgm:presLayoutVars>
      </dgm:prSet>
      <dgm:spPr/>
    </dgm:pt>
    <dgm:pt modelId="{825BF8A4-5B80-43F9-A0BD-0471095428C1}" type="pres">
      <dgm:prSet presAssocID="{226186C0-64CE-4415-A746-FCA920BE1978}" presName="sibTrans" presStyleCnt="0"/>
      <dgm:spPr/>
    </dgm:pt>
    <dgm:pt modelId="{7FEFE2F0-AFD4-4B11-A33A-FF911155BB62}" type="pres">
      <dgm:prSet presAssocID="{6FC57051-C97E-49D7-892B-56EC46B07754}" presName="compNode" presStyleCnt="0"/>
      <dgm:spPr/>
    </dgm:pt>
    <dgm:pt modelId="{E5621C4E-7F7E-4220-B8A3-4FE7FC5B3592}" type="pres">
      <dgm:prSet presAssocID="{6FC57051-C97E-49D7-892B-56EC46B0775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untains"/>
        </a:ext>
      </dgm:extLst>
    </dgm:pt>
    <dgm:pt modelId="{AAD45751-BD34-479F-B24E-7455F5BF4EC0}" type="pres">
      <dgm:prSet presAssocID="{6FC57051-C97E-49D7-892B-56EC46B07754}" presName="spaceRect" presStyleCnt="0"/>
      <dgm:spPr/>
    </dgm:pt>
    <dgm:pt modelId="{AA3550CD-A1D7-4CC0-904D-CAA82B3C36B0}" type="pres">
      <dgm:prSet presAssocID="{6FC57051-C97E-49D7-892B-56EC46B07754}" presName="textRect" presStyleLbl="revTx" presStyleIdx="1" presStyleCnt="3">
        <dgm:presLayoutVars>
          <dgm:chMax val="1"/>
          <dgm:chPref val="1"/>
        </dgm:presLayoutVars>
      </dgm:prSet>
      <dgm:spPr/>
    </dgm:pt>
    <dgm:pt modelId="{2AD5EB10-7BFB-4F83-9BCB-80346D32835B}" type="pres">
      <dgm:prSet presAssocID="{A56E7A3F-9D78-4A4F-9D5B-2DA31D63B85A}" presName="sibTrans" presStyleCnt="0"/>
      <dgm:spPr/>
    </dgm:pt>
    <dgm:pt modelId="{94D0AB22-204E-4CC3-A58C-CB0F500E8622}" type="pres">
      <dgm:prSet presAssocID="{93C9CA7A-DCA6-4AE0-8452-CC9B28D032A9}" presName="compNode" presStyleCnt="0"/>
      <dgm:spPr/>
    </dgm:pt>
    <dgm:pt modelId="{A10CEE00-020F-484E-A583-C2FF334D4AC3}" type="pres">
      <dgm:prSet presAssocID="{93C9CA7A-DCA6-4AE0-8452-CC9B28D032A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1C5C5A53-8FFE-4500-B86F-BA4B0B42599B}" type="pres">
      <dgm:prSet presAssocID="{93C9CA7A-DCA6-4AE0-8452-CC9B28D032A9}" presName="spaceRect" presStyleCnt="0"/>
      <dgm:spPr/>
    </dgm:pt>
    <dgm:pt modelId="{51F73466-C18B-40B9-A9FA-8CAA839786CD}" type="pres">
      <dgm:prSet presAssocID="{93C9CA7A-DCA6-4AE0-8452-CC9B28D032A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BE17526-32C6-4DDE-8AED-56C9B06EC475}" srcId="{6095C708-46E6-4152-B96A-084ECB0A0976}" destId="{6FC57051-C97E-49D7-892B-56EC46B07754}" srcOrd="1" destOrd="0" parTransId="{319358DF-4499-411A-9578-D04A8F01BD6D}" sibTransId="{A56E7A3F-9D78-4A4F-9D5B-2DA31D63B85A}"/>
    <dgm:cxn modelId="{DE4E8A84-C733-422A-B00E-F9C5E1228FED}" type="presOf" srcId="{93C9CA7A-DCA6-4AE0-8452-CC9B28D032A9}" destId="{51F73466-C18B-40B9-A9FA-8CAA839786CD}" srcOrd="0" destOrd="0" presId="urn:microsoft.com/office/officeart/2018/2/layout/IconLabelList"/>
    <dgm:cxn modelId="{0DF4C086-F07B-4ED3-B393-989E63053A28}" srcId="{6095C708-46E6-4152-B96A-084ECB0A0976}" destId="{C70B6297-A2D2-4EE5-BCCC-1C0DF2096BD8}" srcOrd="0" destOrd="0" parTransId="{14F245B9-422A-467F-9EC7-BD5B5064F3BB}" sibTransId="{226186C0-64CE-4415-A746-FCA920BE1978}"/>
    <dgm:cxn modelId="{0287EA99-7635-4271-B363-00C50E71FF13}" type="presOf" srcId="{C70B6297-A2D2-4EE5-BCCC-1C0DF2096BD8}" destId="{B9E1D0DE-D169-4F6A-AD33-6A62B86D4E9C}" srcOrd="0" destOrd="0" presId="urn:microsoft.com/office/officeart/2018/2/layout/IconLabelList"/>
    <dgm:cxn modelId="{5CBE64C2-42DF-42AE-8265-7DB9AE0886B1}" type="presOf" srcId="{6095C708-46E6-4152-B96A-084ECB0A0976}" destId="{83E8805C-80E4-47B9-998F-EBA0F455ECB1}" srcOrd="0" destOrd="0" presId="urn:microsoft.com/office/officeart/2018/2/layout/IconLabelList"/>
    <dgm:cxn modelId="{A14AE1D2-8A4F-40D7-BBBD-1B332EE66094}" srcId="{6095C708-46E6-4152-B96A-084ECB0A0976}" destId="{93C9CA7A-DCA6-4AE0-8452-CC9B28D032A9}" srcOrd="2" destOrd="0" parTransId="{9667F054-9DF2-40E1-8A25-1F80EC6C7023}" sibTransId="{6ECD4745-B482-4A24-8915-1172C0D67863}"/>
    <dgm:cxn modelId="{13BF9BDD-06E0-4773-8E3C-AE2468E738BE}" type="presOf" srcId="{6FC57051-C97E-49D7-892B-56EC46B07754}" destId="{AA3550CD-A1D7-4CC0-904D-CAA82B3C36B0}" srcOrd="0" destOrd="0" presId="urn:microsoft.com/office/officeart/2018/2/layout/IconLabelList"/>
    <dgm:cxn modelId="{BB0EBA57-0490-4E3C-9189-D5D91BB506CB}" type="presParOf" srcId="{83E8805C-80E4-47B9-998F-EBA0F455ECB1}" destId="{1B24BA4E-AE9E-4CE4-A9B1-E075A356610E}" srcOrd="0" destOrd="0" presId="urn:microsoft.com/office/officeart/2018/2/layout/IconLabelList"/>
    <dgm:cxn modelId="{FB3DE11D-7938-4429-BC79-DA70A80DA7F5}" type="presParOf" srcId="{1B24BA4E-AE9E-4CE4-A9B1-E075A356610E}" destId="{ECE973A8-EE4E-4B8C-866B-35C810F66FAF}" srcOrd="0" destOrd="0" presId="urn:microsoft.com/office/officeart/2018/2/layout/IconLabelList"/>
    <dgm:cxn modelId="{C473D371-6C6F-425F-9050-A289A984FD54}" type="presParOf" srcId="{1B24BA4E-AE9E-4CE4-A9B1-E075A356610E}" destId="{1FDDA49B-F5A5-467D-BDB3-A01530FDE2A4}" srcOrd="1" destOrd="0" presId="urn:microsoft.com/office/officeart/2018/2/layout/IconLabelList"/>
    <dgm:cxn modelId="{617CF3FF-A796-410E-B5EA-BA2E0C6BCFCA}" type="presParOf" srcId="{1B24BA4E-AE9E-4CE4-A9B1-E075A356610E}" destId="{B9E1D0DE-D169-4F6A-AD33-6A62B86D4E9C}" srcOrd="2" destOrd="0" presId="urn:microsoft.com/office/officeart/2018/2/layout/IconLabelList"/>
    <dgm:cxn modelId="{16C94145-6219-4E6C-8F94-A5444D4457DB}" type="presParOf" srcId="{83E8805C-80E4-47B9-998F-EBA0F455ECB1}" destId="{825BF8A4-5B80-43F9-A0BD-0471095428C1}" srcOrd="1" destOrd="0" presId="urn:microsoft.com/office/officeart/2018/2/layout/IconLabelList"/>
    <dgm:cxn modelId="{60DFF5E6-2602-447B-8727-F40DEBCF91AE}" type="presParOf" srcId="{83E8805C-80E4-47B9-998F-EBA0F455ECB1}" destId="{7FEFE2F0-AFD4-4B11-A33A-FF911155BB62}" srcOrd="2" destOrd="0" presId="urn:microsoft.com/office/officeart/2018/2/layout/IconLabelList"/>
    <dgm:cxn modelId="{0F118A5E-7913-4292-8DDB-47949FB60F27}" type="presParOf" srcId="{7FEFE2F0-AFD4-4B11-A33A-FF911155BB62}" destId="{E5621C4E-7F7E-4220-B8A3-4FE7FC5B3592}" srcOrd="0" destOrd="0" presId="urn:microsoft.com/office/officeart/2018/2/layout/IconLabelList"/>
    <dgm:cxn modelId="{0558D138-CD8F-49AE-9076-314FD74B6641}" type="presParOf" srcId="{7FEFE2F0-AFD4-4B11-A33A-FF911155BB62}" destId="{AAD45751-BD34-479F-B24E-7455F5BF4EC0}" srcOrd="1" destOrd="0" presId="urn:microsoft.com/office/officeart/2018/2/layout/IconLabelList"/>
    <dgm:cxn modelId="{D60C0D22-3E81-47B6-8315-F64A4E339817}" type="presParOf" srcId="{7FEFE2F0-AFD4-4B11-A33A-FF911155BB62}" destId="{AA3550CD-A1D7-4CC0-904D-CAA82B3C36B0}" srcOrd="2" destOrd="0" presId="urn:microsoft.com/office/officeart/2018/2/layout/IconLabelList"/>
    <dgm:cxn modelId="{AE154FE3-8AE8-4BDD-A05A-B104CFB674CE}" type="presParOf" srcId="{83E8805C-80E4-47B9-998F-EBA0F455ECB1}" destId="{2AD5EB10-7BFB-4F83-9BCB-80346D32835B}" srcOrd="3" destOrd="0" presId="urn:microsoft.com/office/officeart/2018/2/layout/IconLabelList"/>
    <dgm:cxn modelId="{8B2D053F-70E1-45B6-B977-D67320217A47}" type="presParOf" srcId="{83E8805C-80E4-47B9-998F-EBA0F455ECB1}" destId="{94D0AB22-204E-4CC3-A58C-CB0F500E8622}" srcOrd="4" destOrd="0" presId="urn:microsoft.com/office/officeart/2018/2/layout/IconLabelList"/>
    <dgm:cxn modelId="{BBD31AEB-5F9D-471D-908C-43C6E735F282}" type="presParOf" srcId="{94D0AB22-204E-4CC3-A58C-CB0F500E8622}" destId="{A10CEE00-020F-484E-A583-C2FF334D4AC3}" srcOrd="0" destOrd="0" presId="urn:microsoft.com/office/officeart/2018/2/layout/IconLabelList"/>
    <dgm:cxn modelId="{8344D3CB-7403-4810-B714-E91C3F4B0B61}" type="presParOf" srcId="{94D0AB22-204E-4CC3-A58C-CB0F500E8622}" destId="{1C5C5A53-8FFE-4500-B86F-BA4B0B42599B}" srcOrd="1" destOrd="0" presId="urn:microsoft.com/office/officeart/2018/2/layout/IconLabelList"/>
    <dgm:cxn modelId="{08144891-55B6-445A-87C4-7C9964B7D279}" type="presParOf" srcId="{94D0AB22-204E-4CC3-A58C-CB0F500E8622}" destId="{51F73466-C18B-40B9-A9FA-8CAA839786C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951B160-F119-44D0-B3EA-390B7C52E3BE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91CF15A-984C-4899-821B-F74D2632E530}">
      <dgm:prSet/>
      <dgm:spPr/>
      <dgm:t>
        <a:bodyPr/>
        <a:lstStyle/>
        <a:p>
          <a:r>
            <a:rPr lang="en-GB" b="1"/>
            <a:t>Goal:</a:t>
          </a:r>
          <a:r>
            <a:rPr lang="en-GB"/>
            <a:t> Convert input values into stable SDR representations.</a:t>
          </a:r>
          <a:endParaRPr lang="en-US"/>
        </a:p>
      </dgm:t>
    </dgm:pt>
    <dgm:pt modelId="{AEFE88F3-DA31-4548-90B9-576D38BDF7B3}" type="parTrans" cxnId="{8CA775FD-2AF8-4CDD-8CDF-2F68300857CA}">
      <dgm:prSet/>
      <dgm:spPr/>
      <dgm:t>
        <a:bodyPr/>
        <a:lstStyle/>
        <a:p>
          <a:endParaRPr lang="en-US"/>
        </a:p>
      </dgm:t>
    </dgm:pt>
    <dgm:pt modelId="{E1C076A0-9F0B-473B-8455-2857AADB7BE3}" type="sibTrans" cxnId="{8CA775FD-2AF8-4CDD-8CDF-2F68300857CA}">
      <dgm:prSet/>
      <dgm:spPr/>
      <dgm:t>
        <a:bodyPr/>
        <a:lstStyle/>
        <a:p>
          <a:endParaRPr lang="en-US"/>
        </a:p>
      </dgm:t>
    </dgm:pt>
    <dgm:pt modelId="{C7F8F4BC-2F10-46E2-AAF4-529BA704DFC5}">
      <dgm:prSet/>
      <dgm:spPr/>
      <dgm:t>
        <a:bodyPr/>
        <a:lstStyle/>
        <a:p>
          <a:r>
            <a:rPr lang="en-GB" b="1"/>
            <a:t>Training Steps:</a:t>
          </a:r>
          <a:endParaRPr lang="en-US"/>
        </a:p>
      </dgm:t>
    </dgm:pt>
    <dgm:pt modelId="{3CE113B5-2733-4FBD-A10A-77483A50EFFD}" type="parTrans" cxnId="{51DFFAF6-8CDF-4079-9419-348DCF748292}">
      <dgm:prSet/>
      <dgm:spPr/>
      <dgm:t>
        <a:bodyPr/>
        <a:lstStyle/>
        <a:p>
          <a:endParaRPr lang="en-US"/>
        </a:p>
      </dgm:t>
    </dgm:pt>
    <dgm:pt modelId="{66781589-AA87-470F-908E-6149BE119CA1}" type="sibTrans" cxnId="{51DFFAF6-8CDF-4079-9419-348DCF748292}">
      <dgm:prSet/>
      <dgm:spPr/>
      <dgm:t>
        <a:bodyPr/>
        <a:lstStyle/>
        <a:p>
          <a:endParaRPr lang="en-US"/>
        </a:p>
      </dgm:t>
    </dgm:pt>
    <dgm:pt modelId="{69A84173-1F37-41CC-B00E-147D319867D4}">
      <dgm:prSet/>
      <dgm:spPr/>
      <dgm:t>
        <a:bodyPr/>
        <a:lstStyle/>
        <a:p>
          <a:r>
            <a:rPr lang="en-GB"/>
            <a:t>Encode inputs using a scalar encoder.</a:t>
          </a:r>
          <a:endParaRPr lang="en-US"/>
        </a:p>
      </dgm:t>
    </dgm:pt>
    <dgm:pt modelId="{8B83B253-1E8D-41C8-A825-76716DC0AA01}" type="parTrans" cxnId="{232E5686-229C-468C-A669-1050F1E9FCE3}">
      <dgm:prSet/>
      <dgm:spPr/>
      <dgm:t>
        <a:bodyPr/>
        <a:lstStyle/>
        <a:p>
          <a:endParaRPr lang="en-US"/>
        </a:p>
      </dgm:t>
    </dgm:pt>
    <dgm:pt modelId="{858B4C05-6B9C-418A-BAC4-2A8492360ADF}" type="sibTrans" cxnId="{232E5686-229C-468C-A669-1050F1E9FCE3}">
      <dgm:prSet/>
      <dgm:spPr/>
      <dgm:t>
        <a:bodyPr/>
        <a:lstStyle/>
        <a:p>
          <a:endParaRPr lang="en-US"/>
        </a:p>
      </dgm:t>
    </dgm:pt>
    <dgm:pt modelId="{C28736C2-A291-4650-A418-404BF268AD75}">
      <dgm:prSet/>
      <dgm:spPr/>
      <dgm:t>
        <a:bodyPr/>
        <a:lstStyle/>
        <a:p>
          <a:r>
            <a:rPr lang="en-GB"/>
            <a:t>Train the Spatial Pooler until SDR stability is achieved.</a:t>
          </a:r>
          <a:endParaRPr lang="en-US"/>
        </a:p>
      </dgm:t>
    </dgm:pt>
    <dgm:pt modelId="{F74B7DEA-EC93-449F-B1FD-B9237DB442AC}" type="parTrans" cxnId="{B2A4800F-97AD-498B-81B8-6B2A1C4F06FF}">
      <dgm:prSet/>
      <dgm:spPr/>
      <dgm:t>
        <a:bodyPr/>
        <a:lstStyle/>
        <a:p>
          <a:endParaRPr lang="en-US"/>
        </a:p>
      </dgm:t>
    </dgm:pt>
    <dgm:pt modelId="{ED61ED58-84F0-4C17-8AD1-157C544E08C5}" type="sibTrans" cxnId="{B2A4800F-97AD-498B-81B8-6B2A1C4F06FF}">
      <dgm:prSet/>
      <dgm:spPr/>
      <dgm:t>
        <a:bodyPr/>
        <a:lstStyle/>
        <a:p>
          <a:endParaRPr lang="en-US"/>
        </a:p>
      </dgm:t>
    </dgm:pt>
    <dgm:pt modelId="{0866DAEE-7134-473C-AECC-623D6DBD751A}">
      <dgm:prSet/>
      <dgm:spPr/>
      <dgm:t>
        <a:bodyPr/>
        <a:lstStyle/>
        <a:p>
          <a:r>
            <a:rPr lang="en-GB"/>
            <a:t>Ensure consistent representations for similar inputs.</a:t>
          </a:r>
          <a:endParaRPr lang="en-US"/>
        </a:p>
      </dgm:t>
    </dgm:pt>
    <dgm:pt modelId="{7CA2BCCE-09D7-4017-B4B2-B663DA7B6C5F}" type="parTrans" cxnId="{99E1F6F6-305A-4CF5-ACBC-13EFFBFC78B5}">
      <dgm:prSet/>
      <dgm:spPr/>
      <dgm:t>
        <a:bodyPr/>
        <a:lstStyle/>
        <a:p>
          <a:endParaRPr lang="en-US"/>
        </a:p>
      </dgm:t>
    </dgm:pt>
    <dgm:pt modelId="{5B8572B1-98E6-4B1C-8EB4-3A47A6AAFF1E}" type="sibTrans" cxnId="{99E1F6F6-305A-4CF5-ACBC-13EFFBFC78B5}">
      <dgm:prSet/>
      <dgm:spPr/>
      <dgm:t>
        <a:bodyPr/>
        <a:lstStyle/>
        <a:p>
          <a:endParaRPr lang="en-US"/>
        </a:p>
      </dgm:t>
    </dgm:pt>
    <dgm:pt modelId="{FBAE4AC3-DA7F-44CD-A954-AD324EE4B292}" type="pres">
      <dgm:prSet presAssocID="{F951B160-F119-44D0-B3EA-390B7C52E3BE}" presName="Name0" presStyleCnt="0">
        <dgm:presLayoutVars>
          <dgm:dir/>
          <dgm:animLvl val="lvl"/>
          <dgm:resizeHandles val="exact"/>
        </dgm:presLayoutVars>
      </dgm:prSet>
      <dgm:spPr/>
    </dgm:pt>
    <dgm:pt modelId="{B94A0984-AC23-4637-8C01-94789D6BCF39}" type="pres">
      <dgm:prSet presAssocID="{C7F8F4BC-2F10-46E2-AAF4-529BA704DFC5}" presName="boxAndChildren" presStyleCnt="0"/>
      <dgm:spPr/>
    </dgm:pt>
    <dgm:pt modelId="{0C92DF82-0673-4429-904C-F1D6658824C3}" type="pres">
      <dgm:prSet presAssocID="{C7F8F4BC-2F10-46E2-AAF4-529BA704DFC5}" presName="parentTextBox" presStyleLbl="node1" presStyleIdx="0" presStyleCnt="2"/>
      <dgm:spPr/>
    </dgm:pt>
    <dgm:pt modelId="{53768A48-585A-493D-BA5B-5610A465406D}" type="pres">
      <dgm:prSet presAssocID="{C7F8F4BC-2F10-46E2-AAF4-529BA704DFC5}" presName="entireBox" presStyleLbl="node1" presStyleIdx="0" presStyleCnt="2"/>
      <dgm:spPr/>
    </dgm:pt>
    <dgm:pt modelId="{D14934B1-68B6-4EA2-996F-13455B22B4FD}" type="pres">
      <dgm:prSet presAssocID="{C7F8F4BC-2F10-46E2-AAF4-529BA704DFC5}" presName="descendantBox" presStyleCnt="0"/>
      <dgm:spPr/>
    </dgm:pt>
    <dgm:pt modelId="{8870F1F1-B731-42EF-B0D3-BB810C0C9236}" type="pres">
      <dgm:prSet presAssocID="{69A84173-1F37-41CC-B00E-147D319867D4}" presName="childTextBox" presStyleLbl="fgAccFollowNode1" presStyleIdx="0" presStyleCnt="3">
        <dgm:presLayoutVars>
          <dgm:bulletEnabled val="1"/>
        </dgm:presLayoutVars>
      </dgm:prSet>
      <dgm:spPr/>
    </dgm:pt>
    <dgm:pt modelId="{C6867626-210B-4DF2-A67D-4379E5D8AF21}" type="pres">
      <dgm:prSet presAssocID="{C28736C2-A291-4650-A418-404BF268AD75}" presName="childTextBox" presStyleLbl="fgAccFollowNode1" presStyleIdx="1" presStyleCnt="3">
        <dgm:presLayoutVars>
          <dgm:bulletEnabled val="1"/>
        </dgm:presLayoutVars>
      </dgm:prSet>
      <dgm:spPr/>
    </dgm:pt>
    <dgm:pt modelId="{A9F9AFA0-3252-48BB-885C-BBA5E097F729}" type="pres">
      <dgm:prSet presAssocID="{0866DAEE-7134-473C-AECC-623D6DBD751A}" presName="childTextBox" presStyleLbl="fgAccFollowNode1" presStyleIdx="2" presStyleCnt="3">
        <dgm:presLayoutVars>
          <dgm:bulletEnabled val="1"/>
        </dgm:presLayoutVars>
      </dgm:prSet>
      <dgm:spPr/>
    </dgm:pt>
    <dgm:pt modelId="{DD5C3177-998D-4DD9-9DFD-F82A42373A1B}" type="pres">
      <dgm:prSet presAssocID="{E1C076A0-9F0B-473B-8455-2857AADB7BE3}" presName="sp" presStyleCnt="0"/>
      <dgm:spPr/>
    </dgm:pt>
    <dgm:pt modelId="{9E538E74-60D6-4306-BE7D-336B1D34DE80}" type="pres">
      <dgm:prSet presAssocID="{E91CF15A-984C-4899-821B-F74D2632E530}" presName="arrowAndChildren" presStyleCnt="0"/>
      <dgm:spPr/>
    </dgm:pt>
    <dgm:pt modelId="{1B3DBC92-6E6E-4009-85C3-F13A398D6C38}" type="pres">
      <dgm:prSet presAssocID="{E91CF15A-984C-4899-821B-F74D2632E530}" presName="parentTextArrow" presStyleLbl="node1" presStyleIdx="1" presStyleCnt="2"/>
      <dgm:spPr/>
    </dgm:pt>
  </dgm:ptLst>
  <dgm:cxnLst>
    <dgm:cxn modelId="{B2A4800F-97AD-498B-81B8-6B2A1C4F06FF}" srcId="{C7F8F4BC-2F10-46E2-AAF4-529BA704DFC5}" destId="{C28736C2-A291-4650-A418-404BF268AD75}" srcOrd="1" destOrd="0" parTransId="{F74B7DEA-EC93-449F-B1FD-B9237DB442AC}" sibTransId="{ED61ED58-84F0-4C17-8AD1-157C544E08C5}"/>
    <dgm:cxn modelId="{FE32BA19-AC66-40BD-A302-5CC0BB405CA6}" type="presOf" srcId="{C28736C2-A291-4650-A418-404BF268AD75}" destId="{C6867626-210B-4DF2-A67D-4379E5D8AF21}" srcOrd="0" destOrd="0" presId="urn:microsoft.com/office/officeart/2005/8/layout/process4"/>
    <dgm:cxn modelId="{1C5FE71A-1073-4E08-82D6-D288C4F8DF6A}" type="presOf" srcId="{0866DAEE-7134-473C-AECC-623D6DBD751A}" destId="{A9F9AFA0-3252-48BB-885C-BBA5E097F729}" srcOrd="0" destOrd="0" presId="urn:microsoft.com/office/officeart/2005/8/layout/process4"/>
    <dgm:cxn modelId="{F123AA35-80F8-4FCE-9F17-FE62C6E9B8D4}" type="presOf" srcId="{E91CF15A-984C-4899-821B-F74D2632E530}" destId="{1B3DBC92-6E6E-4009-85C3-F13A398D6C38}" srcOrd="0" destOrd="0" presId="urn:microsoft.com/office/officeart/2005/8/layout/process4"/>
    <dgm:cxn modelId="{232E5686-229C-468C-A669-1050F1E9FCE3}" srcId="{C7F8F4BC-2F10-46E2-AAF4-529BA704DFC5}" destId="{69A84173-1F37-41CC-B00E-147D319867D4}" srcOrd="0" destOrd="0" parTransId="{8B83B253-1E8D-41C8-A825-76716DC0AA01}" sibTransId="{858B4C05-6B9C-418A-BAC4-2A8492360ADF}"/>
    <dgm:cxn modelId="{7B57189C-C128-4A12-A020-4E6A721BB311}" type="presOf" srcId="{C7F8F4BC-2F10-46E2-AAF4-529BA704DFC5}" destId="{53768A48-585A-493D-BA5B-5610A465406D}" srcOrd="1" destOrd="0" presId="urn:microsoft.com/office/officeart/2005/8/layout/process4"/>
    <dgm:cxn modelId="{5E8B82C9-FCCF-4615-8240-C7F31B7806B6}" type="presOf" srcId="{69A84173-1F37-41CC-B00E-147D319867D4}" destId="{8870F1F1-B731-42EF-B0D3-BB810C0C9236}" srcOrd="0" destOrd="0" presId="urn:microsoft.com/office/officeart/2005/8/layout/process4"/>
    <dgm:cxn modelId="{D6E30ED2-07FA-46E2-A2B0-744A0447FB61}" type="presOf" srcId="{F951B160-F119-44D0-B3EA-390B7C52E3BE}" destId="{FBAE4AC3-DA7F-44CD-A954-AD324EE4B292}" srcOrd="0" destOrd="0" presId="urn:microsoft.com/office/officeart/2005/8/layout/process4"/>
    <dgm:cxn modelId="{6B91B7EF-2F8B-49B8-95F2-3754DA2484DA}" type="presOf" srcId="{C7F8F4BC-2F10-46E2-AAF4-529BA704DFC5}" destId="{0C92DF82-0673-4429-904C-F1D6658824C3}" srcOrd="0" destOrd="0" presId="urn:microsoft.com/office/officeart/2005/8/layout/process4"/>
    <dgm:cxn modelId="{99E1F6F6-305A-4CF5-ACBC-13EFFBFC78B5}" srcId="{C7F8F4BC-2F10-46E2-AAF4-529BA704DFC5}" destId="{0866DAEE-7134-473C-AECC-623D6DBD751A}" srcOrd="2" destOrd="0" parTransId="{7CA2BCCE-09D7-4017-B4B2-B663DA7B6C5F}" sibTransId="{5B8572B1-98E6-4B1C-8EB4-3A47A6AAFF1E}"/>
    <dgm:cxn modelId="{51DFFAF6-8CDF-4079-9419-348DCF748292}" srcId="{F951B160-F119-44D0-B3EA-390B7C52E3BE}" destId="{C7F8F4BC-2F10-46E2-AAF4-529BA704DFC5}" srcOrd="1" destOrd="0" parTransId="{3CE113B5-2733-4FBD-A10A-77483A50EFFD}" sibTransId="{66781589-AA87-470F-908E-6149BE119CA1}"/>
    <dgm:cxn modelId="{8CA775FD-2AF8-4CDD-8CDF-2F68300857CA}" srcId="{F951B160-F119-44D0-B3EA-390B7C52E3BE}" destId="{E91CF15A-984C-4899-821B-F74D2632E530}" srcOrd="0" destOrd="0" parTransId="{AEFE88F3-DA31-4548-90B9-576D38BDF7B3}" sibTransId="{E1C076A0-9F0B-473B-8455-2857AADB7BE3}"/>
    <dgm:cxn modelId="{8147E017-9D16-41F4-97FF-D316DCAA6ABD}" type="presParOf" srcId="{FBAE4AC3-DA7F-44CD-A954-AD324EE4B292}" destId="{B94A0984-AC23-4637-8C01-94789D6BCF39}" srcOrd="0" destOrd="0" presId="urn:microsoft.com/office/officeart/2005/8/layout/process4"/>
    <dgm:cxn modelId="{59D169AE-62AF-4265-A79F-C84D9BB39DAB}" type="presParOf" srcId="{B94A0984-AC23-4637-8C01-94789D6BCF39}" destId="{0C92DF82-0673-4429-904C-F1D6658824C3}" srcOrd="0" destOrd="0" presId="urn:microsoft.com/office/officeart/2005/8/layout/process4"/>
    <dgm:cxn modelId="{F68513C3-057A-420E-9D41-143AD12FA1F0}" type="presParOf" srcId="{B94A0984-AC23-4637-8C01-94789D6BCF39}" destId="{53768A48-585A-493D-BA5B-5610A465406D}" srcOrd="1" destOrd="0" presId="urn:microsoft.com/office/officeart/2005/8/layout/process4"/>
    <dgm:cxn modelId="{13B949F2-0ACF-4F86-BF74-D3809A10F488}" type="presParOf" srcId="{B94A0984-AC23-4637-8C01-94789D6BCF39}" destId="{D14934B1-68B6-4EA2-996F-13455B22B4FD}" srcOrd="2" destOrd="0" presId="urn:microsoft.com/office/officeart/2005/8/layout/process4"/>
    <dgm:cxn modelId="{2EC8072A-129A-424D-AE57-FE5845A132FE}" type="presParOf" srcId="{D14934B1-68B6-4EA2-996F-13455B22B4FD}" destId="{8870F1F1-B731-42EF-B0D3-BB810C0C9236}" srcOrd="0" destOrd="0" presId="urn:microsoft.com/office/officeart/2005/8/layout/process4"/>
    <dgm:cxn modelId="{F5D1AA60-17AB-44DE-9B1B-B9132D304B6A}" type="presParOf" srcId="{D14934B1-68B6-4EA2-996F-13455B22B4FD}" destId="{C6867626-210B-4DF2-A67D-4379E5D8AF21}" srcOrd="1" destOrd="0" presId="urn:microsoft.com/office/officeart/2005/8/layout/process4"/>
    <dgm:cxn modelId="{EA28BBD0-B337-4E1C-B00D-1E3C0595F5E5}" type="presParOf" srcId="{D14934B1-68B6-4EA2-996F-13455B22B4FD}" destId="{A9F9AFA0-3252-48BB-885C-BBA5E097F729}" srcOrd="2" destOrd="0" presId="urn:microsoft.com/office/officeart/2005/8/layout/process4"/>
    <dgm:cxn modelId="{53767879-D693-4B73-B7DD-17ED8DFBB89D}" type="presParOf" srcId="{FBAE4AC3-DA7F-44CD-A954-AD324EE4B292}" destId="{DD5C3177-998D-4DD9-9DFD-F82A42373A1B}" srcOrd="1" destOrd="0" presId="urn:microsoft.com/office/officeart/2005/8/layout/process4"/>
    <dgm:cxn modelId="{B9576C21-92C2-42F7-B355-FE244D9D2D3E}" type="presParOf" srcId="{FBAE4AC3-DA7F-44CD-A954-AD324EE4B292}" destId="{9E538E74-60D6-4306-BE7D-336B1D34DE80}" srcOrd="2" destOrd="0" presId="urn:microsoft.com/office/officeart/2005/8/layout/process4"/>
    <dgm:cxn modelId="{0D57BB24-C76A-4EAB-AEE2-84012D8A5EF0}" type="presParOf" srcId="{9E538E74-60D6-4306-BE7D-336B1D34DE80}" destId="{1B3DBC92-6E6E-4009-85C3-F13A398D6C3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1089758-A4E7-449D-94D0-8DC807D94628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4BE29C3-D1C2-408B-B2AB-E9C2EF9D0DC5}">
      <dgm:prSet/>
      <dgm:spPr/>
      <dgm:t>
        <a:bodyPr/>
        <a:lstStyle/>
        <a:p>
          <a:r>
            <a:rPr lang="en-GB"/>
            <a:t>Use </a:t>
          </a:r>
          <a:r>
            <a:rPr lang="en-GB" b="1"/>
            <a:t>SpatialPoolerInputReconstructionExperiment</a:t>
          </a:r>
          <a:r>
            <a:rPr lang="en-GB"/>
            <a:t>.</a:t>
          </a:r>
          <a:endParaRPr lang="en-US"/>
        </a:p>
      </dgm:t>
    </dgm:pt>
    <dgm:pt modelId="{2E123FED-7431-4936-95AC-A51191A7ED06}" type="parTrans" cxnId="{DF90CF29-BF08-4D65-ABF0-5EF5A414FE9C}">
      <dgm:prSet/>
      <dgm:spPr/>
      <dgm:t>
        <a:bodyPr/>
        <a:lstStyle/>
        <a:p>
          <a:endParaRPr lang="en-US"/>
        </a:p>
      </dgm:t>
    </dgm:pt>
    <dgm:pt modelId="{6F95530F-4217-4F55-AE6A-B5284014775E}" type="sibTrans" cxnId="{DF90CF29-BF08-4D65-ABF0-5EF5A414FE9C}">
      <dgm:prSet/>
      <dgm:spPr/>
      <dgm:t>
        <a:bodyPr/>
        <a:lstStyle/>
        <a:p>
          <a:endParaRPr lang="en-US"/>
        </a:p>
      </dgm:t>
    </dgm:pt>
    <dgm:pt modelId="{B08475BC-0FD1-49ED-AA34-3E5AD2FB1A2B}">
      <dgm:prSet/>
      <dgm:spPr/>
      <dgm:t>
        <a:bodyPr/>
        <a:lstStyle/>
        <a:p>
          <a:r>
            <a:rPr lang="en-GB"/>
            <a:t>Provide different scalar values as inputs.</a:t>
          </a:r>
          <a:endParaRPr lang="en-US"/>
        </a:p>
      </dgm:t>
    </dgm:pt>
    <dgm:pt modelId="{FD730170-E077-4AA4-B567-72B4B438C066}" type="parTrans" cxnId="{9F2B3762-AC1A-450D-A578-08C323317CC9}">
      <dgm:prSet/>
      <dgm:spPr/>
      <dgm:t>
        <a:bodyPr/>
        <a:lstStyle/>
        <a:p>
          <a:endParaRPr lang="en-US"/>
        </a:p>
      </dgm:t>
    </dgm:pt>
    <dgm:pt modelId="{1614F5DC-412A-40E8-8D13-3691FCC6BFF9}" type="sibTrans" cxnId="{9F2B3762-AC1A-450D-A578-08C323317CC9}">
      <dgm:prSet/>
      <dgm:spPr/>
      <dgm:t>
        <a:bodyPr/>
        <a:lstStyle/>
        <a:p>
          <a:endParaRPr lang="en-US"/>
        </a:p>
      </dgm:t>
    </dgm:pt>
    <dgm:pt modelId="{73641B76-C17B-4671-861A-9A51AE13DB8C}">
      <dgm:prSet/>
      <dgm:spPr/>
      <dgm:t>
        <a:bodyPr/>
        <a:lstStyle/>
        <a:p>
          <a:r>
            <a:rPr lang="en-GB"/>
            <a:t>Train HTM and KNN classifiers with generated SDRs.</a:t>
          </a:r>
          <a:endParaRPr lang="en-US"/>
        </a:p>
      </dgm:t>
    </dgm:pt>
    <dgm:pt modelId="{52876472-6B7D-4BE1-8984-9C2B04249FB0}" type="parTrans" cxnId="{D517DB2F-70A3-4722-9B9A-3EEDEBF30759}">
      <dgm:prSet/>
      <dgm:spPr/>
      <dgm:t>
        <a:bodyPr/>
        <a:lstStyle/>
        <a:p>
          <a:endParaRPr lang="en-US"/>
        </a:p>
      </dgm:t>
    </dgm:pt>
    <dgm:pt modelId="{74358845-52D7-484D-B5EB-36423361BF35}" type="sibTrans" cxnId="{D517DB2F-70A3-4722-9B9A-3EEDEBF30759}">
      <dgm:prSet/>
      <dgm:spPr/>
      <dgm:t>
        <a:bodyPr/>
        <a:lstStyle/>
        <a:p>
          <a:endParaRPr lang="en-US"/>
        </a:p>
      </dgm:t>
    </dgm:pt>
    <dgm:pt modelId="{F9E2DE1E-9B55-4829-9DB6-DF06E9C690AF}">
      <dgm:prSet/>
      <dgm:spPr/>
      <dgm:t>
        <a:bodyPr/>
        <a:lstStyle/>
        <a:p>
          <a:r>
            <a:rPr lang="en-GB"/>
            <a:t>Reconstruct the original input using classifier predictions.</a:t>
          </a:r>
          <a:endParaRPr lang="en-US"/>
        </a:p>
      </dgm:t>
    </dgm:pt>
    <dgm:pt modelId="{00E420A0-269F-45B6-94E7-0D4DDEA4EC08}" type="parTrans" cxnId="{F869220D-11F7-4D8E-B0A9-6D8DD7437A23}">
      <dgm:prSet/>
      <dgm:spPr/>
      <dgm:t>
        <a:bodyPr/>
        <a:lstStyle/>
        <a:p>
          <a:endParaRPr lang="en-US"/>
        </a:p>
      </dgm:t>
    </dgm:pt>
    <dgm:pt modelId="{8841243C-935C-47BD-93DD-F3368E0B491D}" type="sibTrans" cxnId="{F869220D-11F7-4D8E-B0A9-6D8DD7437A23}">
      <dgm:prSet/>
      <dgm:spPr/>
      <dgm:t>
        <a:bodyPr/>
        <a:lstStyle/>
        <a:p>
          <a:endParaRPr lang="en-US"/>
        </a:p>
      </dgm:t>
    </dgm:pt>
    <dgm:pt modelId="{F0BBDB5F-0BFD-4BDC-BF5D-6083C3B56EDF}" type="pres">
      <dgm:prSet presAssocID="{C1089758-A4E7-449D-94D0-8DC807D94628}" presName="Name0" presStyleCnt="0">
        <dgm:presLayoutVars>
          <dgm:dir/>
          <dgm:resizeHandles val="exact"/>
        </dgm:presLayoutVars>
      </dgm:prSet>
      <dgm:spPr/>
    </dgm:pt>
    <dgm:pt modelId="{7CD1CE45-7E0A-4B76-B906-E5E723E31094}" type="pres">
      <dgm:prSet presAssocID="{34BE29C3-D1C2-408B-B2AB-E9C2EF9D0DC5}" presName="node" presStyleLbl="node1" presStyleIdx="0" presStyleCnt="4">
        <dgm:presLayoutVars>
          <dgm:bulletEnabled val="1"/>
        </dgm:presLayoutVars>
      </dgm:prSet>
      <dgm:spPr/>
    </dgm:pt>
    <dgm:pt modelId="{F82BCD51-8CF6-48B5-A9F5-200BCACBFEFE}" type="pres">
      <dgm:prSet presAssocID="{6F95530F-4217-4F55-AE6A-B5284014775E}" presName="sibTrans" presStyleLbl="sibTrans1D1" presStyleIdx="0" presStyleCnt="3"/>
      <dgm:spPr/>
    </dgm:pt>
    <dgm:pt modelId="{33BBEB79-41AB-423B-B96C-EA77A7547CF7}" type="pres">
      <dgm:prSet presAssocID="{6F95530F-4217-4F55-AE6A-B5284014775E}" presName="connectorText" presStyleLbl="sibTrans1D1" presStyleIdx="0" presStyleCnt="3"/>
      <dgm:spPr/>
    </dgm:pt>
    <dgm:pt modelId="{A1136A2B-3AE4-44AA-93D3-914F5D4ADB1A}" type="pres">
      <dgm:prSet presAssocID="{B08475BC-0FD1-49ED-AA34-3E5AD2FB1A2B}" presName="node" presStyleLbl="node1" presStyleIdx="1" presStyleCnt="4">
        <dgm:presLayoutVars>
          <dgm:bulletEnabled val="1"/>
        </dgm:presLayoutVars>
      </dgm:prSet>
      <dgm:spPr/>
    </dgm:pt>
    <dgm:pt modelId="{B63CD8FA-7A58-4A77-AC53-94024C4247EB}" type="pres">
      <dgm:prSet presAssocID="{1614F5DC-412A-40E8-8D13-3691FCC6BFF9}" presName="sibTrans" presStyleLbl="sibTrans1D1" presStyleIdx="1" presStyleCnt="3"/>
      <dgm:spPr/>
    </dgm:pt>
    <dgm:pt modelId="{733C5CC2-9D61-4DB3-B9B8-1C27645A2191}" type="pres">
      <dgm:prSet presAssocID="{1614F5DC-412A-40E8-8D13-3691FCC6BFF9}" presName="connectorText" presStyleLbl="sibTrans1D1" presStyleIdx="1" presStyleCnt="3"/>
      <dgm:spPr/>
    </dgm:pt>
    <dgm:pt modelId="{9AB5BA33-7193-47A4-9428-F4F2BE69514F}" type="pres">
      <dgm:prSet presAssocID="{73641B76-C17B-4671-861A-9A51AE13DB8C}" presName="node" presStyleLbl="node1" presStyleIdx="2" presStyleCnt="4">
        <dgm:presLayoutVars>
          <dgm:bulletEnabled val="1"/>
        </dgm:presLayoutVars>
      </dgm:prSet>
      <dgm:spPr/>
    </dgm:pt>
    <dgm:pt modelId="{FFB4B398-5907-4CFF-8239-DFC537533A6F}" type="pres">
      <dgm:prSet presAssocID="{74358845-52D7-484D-B5EB-36423361BF35}" presName="sibTrans" presStyleLbl="sibTrans1D1" presStyleIdx="2" presStyleCnt="3"/>
      <dgm:spPr/>
    </dgm:pt>
    <dgm:pt modelId="{3B81F8B6-071C-41E2-B05C-542034B9916C}" type="pres">
      <dgm:prSet presAssocID="{74358845-52D7-484D-B5EB-36423361BF35}" presName="connectorText" presStyleLbl="sibTrans1D1" presStyleIdx="2" presStyleCnt="3"/>
      <dgm:spPr/>
    </dgm:pt>
    <dgm:pt modelId="{41AEFCE8-685F-4746-9882-A89CF4E5E1ED}" type="pres">
      <dgm:prSet presAssocID="{F9E2DE1E-9B55-4829-9DB6-DF06E9C690AF}" presName="node" presStyleLbl="node1" presStyleIdx="3" presStyleCnt="4">
        <dgm:presLayoutVars>
          <dgm:bulletEnabled val="1"/>
        </dgm:presLayoutVars>
      </dgm:prSet>
      <dgm:spPr/>
    </dgm:pt>
  </dgm:ptLst>
  <dgm:cxnLst>
    <dgm:cxn modelId="{F869220D-11F7-4D8E-B0A9-6D8DD7437A23}" srcId="{C1089758-A4E7-449D-94D0-8DC807D94628}" destId="{F9E2DE1E-9B55-4829-9DB6-DF06E9C690AF}" srcOrd="3" destOrd="0" parTransId="{00E420A0-269F-45B6-94E7-0D4DDEA4EC08}" sibTransId="{8841243C-935C-47BD-93DD-F3368E0B491D}"/>
    <dgm:cxn modelId="{1FA8540E-0ACD-4288-9F9D-80E81B0B0013}" type="presOf" srcId="{73641B76-C17B-4671-861A-9A51AE13DB8C}" destId="{9AB5BA33-7193-47A4-9428-F4F2BE69514F}" srcOrd="0" destOrd="0" presId="urn:microsoft.com/office/officeart/2016/7/layout/RepeatingBendingProcessNew"/>
    <dgm:cxn modelId="{8E44041A-614D-48C2-B401-EBB27176C617}" type="presOf" srcId="{74358845-52D7-484D-B5EB-36423361BF35}" destId="{FFB4B398-5907-4CFF-8239-DFC537533A6F}" srcOrd="0" destOrd="0" presId="urn:microsoft.com/office/officeart/2016/7/layout/RepeatingBendingProcessNew"/>
    <dgm:cxn modelId="{DF90CF29-BF08-4D65-ABF0-5EF5A414FE9C}" srcId="{C1089758-A4E7-449D-94D0-8DC807D94628}" destId="{34BE29C3-D1C2-408B-B2AB-E9C2EF9D0DC5}" srcOrd="0" destOrd="0" parTransId="{2E123FED-7431-4936-95AC-A51191A7ED06}" sibTransId="{6F95530F-4217-4F55-AE6A-B5284014775E}"/>
    <dgm:cxn modelId="{D517DB2F-70A3-4722-9B9A-3EEDEBF30759}" srcId="{C1089758-A4E7-449D-94D0-8DC807D94628}" destId="{73641B76-C17B-4671-861A-9A51AE13DB8C}" srcOrd="2" destOrd="0" parTransId="{52876472-6B7D-4BE1-8984-9C2B04249FB0}" sibTransId="{74358845-52D7-484D-B5EB-36423361BF35}"/>
    <dgm:cxn modelId="{EA29B13F-CCD7-455A-ACF9-78BEEDBAF7EA}" type="presOf" srcId="{B08475BC-0FD1-49ED-AA34-3E5AD2FB1A2B}" destId="{A1136A2B-3AE4-44AA-93D3-914F5D4ADB1A}" srcOrd="0" destOrd="0" presId="urn:microsoft.com/office/officeart/2016/7/layout/RepeatingBendingProcessNew"/>
    <dgm:cxn modelId="{9F2B3762-AC1A-450D-A578-08C323317CC9}" srcId="{C1089758-A4E7-449D-94D0-8DC807D94628}" destId="{B08475BC-0FD1-49ED-AA34-3E5AD2FB1A2B}" srcOrd="1" destOrd="0" parTransId="{FD730170-E077-4AA4-B567-72B4B438C066}" sibTransId="{1614F5DC-412A-40E8-8D13-3691FCC6BFF9}"/>
    <dgm:cxn modelId="{FF7FD36A-A64A-4DD0-B221-796B656305D4}" type="presOf" srcId="{1614F5DC-412A-40E8-8D13-3691FCC6BFF9}" destId="{B63CD8FA-7A58-4A77-AC53-94024C4247EB}" srcOrd="0" destOrd="0" presId="urn:microsoft.com/office/officeart/2016/7/layout/RepeatingBendingProcessNew"/>
    <dgm:cxn modelId="{91768A7E-E238-430E-85F9-BBDF791A1297}" type="presOf" srcId="{6F95530F-4217-4F55-AE6A-B5284014775E}" destId="{33BBEB79-41AB-423B-B96C-EA77A7547CF7}" srcOrd="1" destOrd="0" presId="urn:microsoft.com/office/officeart/2016/7/layout/RepeatingBendingProcessNew"/>
    <dgm:cxn modelId="{CFF0B989-7EDC-4903-A02F-F9019984DCDB}" type="presOf" srcId="{6F95530F-4217-4F55-AE6A-B5284014775E}" destId="{F82BCD51-8CF6-48B5-A9F5-200BCACBFEFE}" srcOrd="0" destOrd="0" presId="urn:microsoft.com/office/officeart/2016/7/layout/RepeatingBendingProcessNew"/>
    <dgm:cxn modelId="{DDCA40D7-C9F5-4C72-8803-D880586E4F8B}" type="presOf" srcId="{C1089758-A4E7-449D-94D0-8DC807D94628}" destId="{F0BBDB5F-0BFD-4BDC-BF5D-6083C3B56EDF}" srcOrd="0" destOrd="0" presId="urn:microsoft.com/office/officeart/2016/7/layout/RepeatingBendingProcessNew"/>
    <dgm:cxn modelId="{6DD984D7-9F29-43F0-9AE4-5CCACD7CC53F}" type="presOf" srcId="{1614F5DC-412A-40E8-8D13-3691FCC6BFF9}" destId="{733C5CC2-9D61-4DB3-B9B8-1C27645A2191}" srcOrd="1" destOrd="0" presId="urn:microsoft.com/office/officeart/2016/7/layout/RepeatingBendingProcessNew"/>
    <dgm:cxn modelId="{2E9F6AEB-68DC-415F-9D23-31C2F815F816}" type="presOf" srcId="{F9E2DE1E-9B55-4829-9DB6-DF06E9C690AF}" destId="{41AEFCE8-685F-4746-9882-A89CF4E5E1ED}" srcOrd="0" destOrd="0" presId="urn:microsoft.com/office/officeart/2016/7/layout/RepeatingBendingProcessNew"/>
    <dgm:cxn modelId="{578A9FF3-A5C5-4B53-9624-991C0FDA13B2}" type="presOf" srcId="{74358845-52D7-484D-B5EB-36423361BF35}" destId="{3B81F8B6-071C-41E2-B05C-542034B9916C}" srcOrd="1" destOrd="0" presId="urn:microsoft.com/office/officeart/2016/7/layout/RepeatingBendingProcessNew"/>
    <dgm:cxn modelId="{D8D794F8-F9E6-4FF0-9B26-B097D2C00AF7}" type="presOf" srcId="{34BE29C3-D1C2-408B-B2AB-E9C2EF9D0DC5}" destId="{7CD1CE45-7E0A-4B76-B906-E5E723E31094}" srcOrd="0" destOrd="0" presId="urn:microsoft.com/office/officeart/2016/7/layout/RepeatingBendingProcessNew"/>
    <dgm:cxn modelId="{FF89745E-0B94-4182-89FC-7D05B52EB3E8}" type="presParOf" srcId="{F0BBDB5F-0BFD-4BDC-BF5D-6083C3B56EDF}" destId="{7CD1CE45-7E0A-4B76-B906-E5E723E31094}" srcOrd="0" destOrd="0" presId="urn:microsoft.com/office/officeart/2016/7/layout/RepeatingBendingProcessNew"/>
    <dgm:cxn modelId="{0FF33448-FC5A-4C15-9CFA-430DF2ECC5DE}" type="presParOf" srcId="{F0BBDB5F-0BFD-4BDC-BF5D-6083C3B56EDF}" destId="{F82BCD51-8CF6-48B5-A9F5-200BCACBFEFE}" srcOrd="1" destOrd="0" presId="urn:microsoft.com/office/officeart/2016/7/layout/RepeatingBendingProcessNew"/>
    <dgm:cxn modelId="{A2EC2537-BC90-44DE-B7E3-942CD5A430C6}" type="presParOf" srcId="{F82BCD51-8CF6-48B5-A9F5-200BCACBFEFE}" destId="{33BBEB79-41AB-423B-B96C-EA77A7547CF7}" srcOrd="0" destOrd="0" presId="urn:microsoft.com/office/officeart/2016/7/layout/RepeatingBendingProcessNew"/>
    <dgm:cxn modelId="{6A8576A7-75C9-4894-8C4E-0C5F4F764A60}" type="presParOf" srcId="{F0BBDB5F-0BFD-4BDC-BF5D-6083C3B56EDF}" destId="{A1136A2B-3AE4-44AA-93D3-914F5D4ADB1A}" srcOrd="2" destOrd="0" presId="urn:microsoft.com/office/officeart/2016/7/layout/RepeatingBendingProcessNew"/>
    <dgm:cxn modelId="{B1275925-D2F2-4100-89A4-991240A02078}" type="presParOf" srcId="{F0BBDB5F-0BFD-4BDC-BF5D-6083C3B56EDF}" destId="{B63CD8FA-7A58-4A77-AC53-94024C4247EB}" srcOrd="3" destOrd="0" presId="urn:microsoft.com/office/officeart/2016/7/layout/RepeatingBendingProcessNew"/>
    <dgm:cxn modelId="{BF700326-E31F-4170-81B1-439B89F29F65}" type="presParOf" srcId="{B63CD8FA-7A58-4A77-AC53-94024C4247EB}" destId="{733C5CC2-9D61-4DB3-B9B8-1C27645A2191}" srcOrd="0" destOrd="0" presId="urn:microsoft.com/office/officeart/2016/7/layout/RepeatingBendingProcessNew"/>
    <dgm:cxn modelId="{BD6B46D3-0941-4C02-8B23-D6A679CF9EF5}" type="presParOf" srcId="{F0BBDB5F-0BFD-4BDC-BF5D-6083C3B56EDF}" destId="{9AB5BA33-7193-47A4-9428-F4F2BE69514F}" srcOrd="4" destOrd="0" presId="urn:microsoft.com/office/officeart/2016/7/layout/RepeatingBendingProcessNew"/>
    <dgm:cxn modelId="{3CFD8FA6-8C6F-4ED3-9317-DC7AA5D72E4A}" type="presParOf" srcId="{F0BBDB5F-0BFD-4BDC-BF5D-6083C3B56EDF}" destId="{FFB4B398-5907-4CFF-8239-DFC537533A6F}" srcOrd="5" destOrd="0" presId="urn:microsoft.com/office/officeart/2016/7/layout/RepeatingBendingProcessNew"/>
    <dgm:cxn modelId="{D437C167-7FAE-494F-B3F9-1807E2F88A62}" type="presParOf" srcId="{FFB4B398-5907-4CFF-8239-DFC537533A6F}" destId="{3B81F8B6-071C-41E2-B05C-542034B9916C}" srcOrd="0" destOrd="0" presId="urn:microsoft.com/office/officeart/2016/7/layout/RepeatingBendingProcessNew"/>
    <dgm:cxn modelId="{D5E39BB2-18F6-424E-A314-C9BC83970ACA}" type="presParOf" srcId="{F0BBDB5F-0BFD-4BDC-BF5D-6083C3B56EDF}" destId="{41AEFCE8-685F-4746-9882-A89CF4E5E1ED}" srcOrd="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028E8E3-C613-4275-A631-FE378514E2D4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DEFC433-9DF0-4A30-A4C9-EC9CC6A0AA9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Plot input vs. reconstructed values.</a:t>
          </a:r>
          <a:endParaRPr lang="en-US"/>
        </a:p>
      </dgm:t>
    </dgm:pt>
    <dgm:pt modelId="{78FD7ECF-C180-44B5-A237-4D9A886B2D90}" type="parTrans" cxnId="{A90DADC6-AB94-4FDE-AA36-04CAB2B1534E}">
      <dgm:prSet/>
      <dgm:spPr/>
      <dgm:t>
        <a:bodyPr/>
        <a:lstStyle/>
        <a:p>
          <a:endParaRPr lang="en-US"/>
        </a:p>
      </dgm:t>
    </dgm:pt>
    <dgm:pt modelId="{75B9B5A3-6D7A-41B9-A46D-179F78DAF515}" type="sibTrans" cxnId="{A90DADC6-AB94-4FDE-AA36-04CAB2B1534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6257EC3-ABBD-4DE8-A542-DBFFE005AAD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Show similarity percentages for HTM and KNN.</a:t>
          </a:r>
          <a:endParaRPr lang="en-US"/>
        </a:p>
      </dgm:t>
    </dgm:pt>
    <dgm:pt modelId="{5105536B-79D2-48A3-AEE5-9F802BA607C4}" type="parTrans" cxnId="{398574A6-5883-4E1B-B9BE-5C0F488BC13B}">
      <dgm:prSet/>
      <dgm:spPr/>
      <dgm:t>
        <a:bodyPr/>
        <a:lstStyle/>
        <a:p>
          <a:endParaRPr lang="en-US"/>
        </a:p>
      </dgm:t>
    </dgm:pt>
    <dgm:pt modelId="{01F6979A-E53A-4F24-870D-235A111399CF}" type="sibTrans" cxnId="{398574A6-5883-4E1B-B9BE-5C0F488BC13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701EAB3-C588-4807-BE9F-D11ED6A7446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Graphs illustrating classifier accuracy over multiple test cases.</a:t>
          </a:r>
          <a:endParaRPr lang="en-US"/>
        </a:p>
      </dgm:t>
    </dgm:pt>
    <dgm:pt modelId="{9507C116-717B-4197-8F4B-33482BF03D6C}" type="parTrans" cxnId="{5A0F839A-F40A-4A93-938C-984B30CB81E7}">
      <dgm:prSet/>
      <dgm:spPr/>
      <dgm:t>
        <a:bodyPr/>
        <a:lstStyle/>
        <a:p>
          <a:endParaRPr lang="en-US"/>
        </a:p>
      </dgm:t>
    </dgm:pt>
    <dgm:pt modelId="{234B8D16-A0FF-4B58-A70B-43FDA5D1E42F}" type="sibTrans" cxnId="{5A0F839A-F40A-4A93-938C-984B30CB81E7}">
      <dgm:prSet/>
      <dgm:spPr/>
      <dgm:t>
        <a:bodyPr/>
        <a:lstStyle/>
        <a:p>
          <a:endParaRPr lang="en-US"/>
        </a:p>
      </dgm:t>
    </dgm:pt>
    <dgm:pt modelId="{D2E8BE90-BD31-48EC-8919-E6D64FF641B4}" type="pres">
      <dgm:prSet presAssocID="{B028E8E3-C613-4275-A631-FE378514E2D4}" presName="root" presStyleCnt="0">
        <dgm:presLayoutVars>
          <dgm:dir/>
          <dgm:resizeHandles val="exact"/>
        </dgm:presLayoutVars>
      </dgm:prSet>
      <dgm:spPr/>
    </dgm:pt>
    <dgm:pt modelId="{4CD02C02-3579-4A6E-ABCF-21E328EF6580}" type="pres">
      <dgm:prSet presAssocID="{B028E8E3-C613-4275-A631-FE378514E2D4}" presName="container" presStyleCnt="0">
        <dgm:presLayoutVars>
          <dgm:dir/>
          <dgm:resizeHandles val="exact"/>
        </dgm:presLayoutVars>
      </dgm:prSet>
      <dgm:spPr/>
    </dgm:pt>
    <dgm:pt modelId="{ED209D7D-001A-4565-BFA1-B561CAF745D4}" type="pres">
      <dgm:prSet presAssocID="{5DEFC433-9DF0-4A30-A4C9-EC9CC6A0AA97}" presName="compNode" presStyleCnt="0"/>
      <dgm:spPr/>
    </dgm:pt>
    <dgm:pt modelId="{4A665C1E-92D3-46B4-9A94-4F3E012DDFD7}" type="pres">
      <dgm:prSet presAssocID="{5DEFC433-9DF0-4A30-A4C9-EC9CC6A0AA97}" presName="iconBgRect" presStyleLbl="bgShp" presStyleIdx="0" presStyleCnt="3"/>
      <dgm:spPr/>
    </dgm:pt>
    <dgm:pt modelId="{135FCD79-A73E-4086-A82F-DA59DB0A94F5}" type="pres">
      <dgm:prSet presAssocID="{5DEFC433-9DF0-4A30-A4C9-EC9CC6A0AA9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983F3C5C-C290-4CC9-9284-C5ED716597F8}" type="pres">
      <dgm:prSet presAssocID="{5DEFC433-9DF0-4A30-A4C9-EC9CC6A0AA97}" presName="spaceRect" presStyleCnt="0"/>
      <dgm:spPr/>
    </dgm:pt>
    <dgm:pt modelId="{1BE26A80-3A2D-4BED-AF48-77D2DB93442F}" type="pres">
      <dgm:prSet presAssocID="{5DEFC433-9DF0-4A30-A4C9-EC9CC6A0AA97}" presName="textRect" presStyleLbl="revTx" presStyleIdx="0" presStyleCnt="3">
        <dgm:presLayoutVars>
          <dgm:chMax val="1"/>
          <dgm:chPref val="1"/>
        </dgm:presLayoutVars>
      </dgm:prSet>
      <dgm:spPr/>
    </dgm:pt>
    <dgm:pt modelId="{C3CB3AB9-1A93-402A-835B-BA436D7CEBBD}" type="pres">
      <dgm:prSet presAssocID="{75B9B5A3-6D7A-41B9-A46D-179F78DAF515}" presName="sibTrans" presStyleLbl="sibTrans2D1" presStyleIdx="0" presStyleCnt="0"/>
      <dgm:spPr/>
    </dgm:pt>
    <dgm:pt modelId="{85170CBC-26C7-47E0-A282-C1B624ACB877}" type="pres">
      <dgm:prSet presAssocID="{06257EC3-ABBD-4DE8-A542-DBFFE005AAD7}" presName="compNode" presStyleCnt="0"/>
      <dgm:spPr/>
    </dgm:pt>
    <dgm:pt modelId="{8CFBFB79-E3A7-4729-BADD-440B36B19328}" type="pres">
      <dgm:prSet presAssocID="{06257EC3-ABBD-4DE8-A542-DBFFE005AAD7}" presName="iconBgRect" presStyleLbl="bgShp" presStyleIdx="1" presStyleCnt="3"/>
      <dgm:spPr/>
    </dgm:pt>
    <dgm:pt modelId="{7A2A87AB-FF0D-4369-8942-71CDFC93469B}" type="pres">
      <dgm:prSet presAssocID="{06257EC3-ABBD-4DE8-A542-DBFFE005AAD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D20579AC-2A9B-4FE5-9291-3E7C666FA036}" type="pres">
      <dgm:prSet presAssocID="{06257EC3-ABBD-4DE8-A542-DBFFE005AAD7}" presName="spaceRect" presStyleCnt="0"/>
      <dgm:spPr/>
    </dgm:pt>
    <dgm:pt modelId="{72538E4B-D6B4-4521-8482-53EBBF5CE99B}" type="pres">
      <dgm:prSet presAssocID="{06257EC3-ABBD-4DE8-A542-DBFFE005AAD7}" presName="textRect" presStyleLbl="revTx" presStyleIdx="1" presStyleCnt="3">
        <dgm:presLayoutVars>
          <dgm:chMax val="1"/>
          <dgm:chPref val="1"/>
        </dgm:presLayoutVars>
      </dgm:prSet>
      <dgm:spPr/>
    </dgm:pt>
    <dgm:pt modelId="{4A576352-D6F6-4A96-ACF1-582D881FC2D2}" type="pres">
      <dgm:prSet presAssocID="{01F6979A-E53A-4F24-870D-235A111399CF}" presName="sibTrans" presStyleLbl="sibTrans2D1" presStyleIdx="0" presStyleCnt="0"/>
      <dgm:spPr/>
    </dgm:pt>
    <dgm:pt modelId="{7D35EB3C-1B2F-4376-9035-B1A6D4AD69F4}" type="pres">
      <dgm:prSet presAssocID="{E701EAB3-C588-4807-BE9F-D11ED6A74466}" presName="compNode" presStyleCnt="0"/>
      <dgm:spPr/>
    </dgm:pt>
    <dgm:pt modelId="{807D637D-BEDF-4278-A9E1-726C64AA3138}" type="pres">
      <dgm:prSet presAssocID="{E701EAB3-C588-4807-BE9F-D11ED6A74466}" presName="iconBgRect" presStyleLbl="bgShp" presStyleIdx="2" presStyleCnt="3"/>
      <dgm:spPr/>
    </dgm:pt>
    <dgm:pt modelId="{B98A3846-BBC7-425D-9C91-4602493FDC46}" type="pres">
      <dgm:prSet presAssocID="{E701EAB3-C588-4807-BE9F-D11ED6A7446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8EE8A864-3A05-4D2C-A489-2F8394EE73B2}" type="pres">
      <dgm:prSet presAssocID="{E701EAB3-C588-4807-BE9F-D11ED6A74466}" presName="spaceRect" presStyleCnt="0"/>
      <dgm:spPr/>
    </dgm:pt>
    <dgm:pt modelId="{560831FC-CD58-4EC4-9EE1-162BB8BECEC7}" type="pres">
      <dgm:prSet presAssocID="{E701EAB3-C588-4807-BE9F-D11ED6A7446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2A76F0B-0E45-44C9-866E-F07D4D90E2D9}" type="presOf" srcId="{5DEFC433-9DF0-4A30-A4C9-EC9CC6A0AA97}" destId="{1BE26A80-3A2D-4BED-AF48-77D2DB93442F}" srcOrd="0" destOrd="0" presId="urn:microsoft.com/office/officeart/2018/2/layout/IconCircleList"/>
    <dgm:cxn modelId="{AF10CF18-C924-48C5-8443-701F89776D9F}" type="presOf" srcId="{01F6979A-E53A-4F24-870D-235A111399CF}" destId="{4A576352-D6F6-4A96-ACF1-582D881FC2D2}" srcOrd="0" destOrd="0" presId="urn:microsoft.com/office/officeart/2018/2/layout/IconCircleList"/>
    <dgm:cxn modelId="{D340827F-1536-4188-B193-32E10DD3B55A}" type="presOf" srcId="{06257EC3-ABBD-4DE8-A542-DBFFE005AAD7}" destId="{72538E4B-D6B4-4521-8482-53EBBF5CE99B}" srcOrd="0" destOrd="0" presId="urn:microsoft.com/office/officeart/2018/2/layout/IconCircleList"/>
    <dgm:cxn modelId="{9198428A-2470-4EC1-891B-378EB05134AA}" type="presOf" srcId="{B028E8E3-C613-4275-A631-FE378514E2D4}" destId="{D2E8BE90-BD31-48EC-8919-E6D64FF641B4}" srcOrd="0" destOrd="0" presId="urn:microsoft.com/office/officeart/2018/2/layout/IconCircleList"/>
    <dgm:cxn modelId="{5A0F839A-F40A-4A93-938C-984B30CB81E7}" srcId="{B028E8E3-C613-4275-A631-FE378514E2D4}" destId="{E701EAB3-C588-4807-BE9F-D11ED6A74466}" srcOrd="2" destOrd="0" parTransId="{9507C116-717B-4197-8F4B-33482BF03D6C}" sibTransId="{234B8D16-A0FF-4B58-A70B-43FDA5D1E42F}"/>
    <dgm:cxn modelId="{398574A6-5883-4E1B-B9BE-5C0F488BC13B}" srcId="{B028E8E3-C613-4275-A631-FE378514E2D4}" destId="{06257EC3-ABBD-4DE8-A542-DBFFE005AAD7}" srcOrd="1" destOrd="0" parTransId="{5105536B-79D2-48A3-AEE5-9F802BA607C4}" sibTransId="{01F6979A-E53A-4F24-870D-235A111399CF}"/>
    <dgm:cxn modelId="{BFA5D2A7-35AD-4D17-8C65-119F10B94845}" type="presOf" srcId="{E701EAB3-C588-4807-BE9F-D11ED6A74466}" destId="{560831FC-CD58-4EC4-9EE1-162BB8BECEC7}" srcOrd="0" destOrd="0" presId="urn:microsoft.com/office/officeart/2018/2/layout/IconCircleList"/>
    <dgm:cxn modelId="{A90DADC6-AB94-4FDE-AA36-04CAB2B1534E}" srcId="{B028E8E3-C613-4275-A631-FE378514E2D4}" destId="{5DEFC433-9DF0-4A30-A4C9-EC9CC6A0AA97}" srcOrd="0" destOrd="0" parTransId="{78FD7ECF-C180-44B5-A237-4D9A886B2D90}" sibTransId="{75B9B5A3-6D7A-41B9-A46D-179F78DAF515}"/>
    <dgm:cxn modelId="{5B6B0DFB-8341-47E7-B9A0-B57D1E8EF050}" type="presOf" srcId="{75B9B5A3-6D7A-41B9-A46D-179F78DAF515}" destId="{C3CB3AB9-1A93-402A-835B-BA436D7CEBBD}" srcOrd="0" destOrd="0" presId="urn:microsoft.com/office/officeart/2018/2/layout/IconCircleList"/>
    <dgm:cxn modelId="{AA738225-557B-402F-B560-FD12D2F67CF3}" type="presParOf" srcId="{D2E8BE90-BD31-48EC-8919-E6D64FF641B4}" destId="{4CD02C02-3579-4A6E-ABCF-21E328EF6580}" srcOrd="0" destOrd="0" presId="urn:microsoft.com/office/officeart/2018/2/layout/IconCircleList"/>
    <dgm:cxn modelId="{2A1A0215-77D5-48AA-BD3A-ED8222547E08}" type="presParOf" srcId="{4CD02C02-3579-4A6E-ABCF-21E328EF6580}" destId="{ED209D7D-001A-4565-BFA1-B561CAF745D4}" srcOrd="0" destOrd="0" presId="urn:microsoft.com/office/officeart/2018/2/layout/IconCircleList"/>
    <dgm:cxn modelId="{E4094843-01AD-408E-8843-82EAD1933454}" type="presParOf" srcId="{ED209D7D-001A-4565-BFA1-B561CAF745D4}" destId="{4A665C1E-92D3-46B4-9A94-4F3E012DDFD7}" srcOrd="0" destOrd="0" presId="urn:microsoft.com/office/officeart/2018/2/layout/IconCircleList"/>
    <dgm:cxn modelId="{9A9C7AFD-16D6-40B3-9B21-05EAEB3B0224}" type="presParOf" srcId="{ED209D7D-001A-4565-BFA1-B561CAF745D4}" destId="{135FCD79-A73E-4086-A82F-DA59DB0A94F5}" srcOrd="1" destOrd="0" presId="urn:microsoft.com/office/officeart/2018/2/layout/IconCircleList"/>
    <dgm:cxn modelId="{F4F8F84B-A74D-4016-AFF7-BB002A74AEE4}" type="presParOf" srcId="{ED209D7D-001A-4565-BFA1-B561CAF745D4}" destId="{983F3C5C-C290-4CC9-9284-C5ED716597F8}" srcOrd="2" destOrd="0" presId="urn:microsoft.com/office/officeart/2018/2/layout/IconCircleList"/>
    <dgm:cxn modelId="{F3B31532-0A32-467C-B992-4239CDF39B44}" type="presParOf" srcId="{ED209D7D-001A-4565-BFA1-B561CAF745D4}" destId="{1BE26A80-3A2D-4BED-AF48-77D2DB93442F}" srcOrd="3" destOrd="0" presId="urn:microsoft.com/office/officeart/2018/2/layout/IconCircleList"/>
    <dgm:cxn modelId="{0DF3AF9B-9E55-4F73-97E7-768B2C14626C}" type="presParOf" srcId="{4CD02C02-3579-4A6E-ABCF-21E328EF6580}" destId="{C3CB3AB9-1A93-402A-835B-BA436D7CEBBD}" srcOrd="1" destOrd="0" presId="urn:microsoft.com/office/officeart/2018/2/layout/IconCircleList"/>
    <dgm:cxn modelId="{13B6C967-C6AA-4364-9212-5323541F8174}" type="presParOf" srcId="{4CD02C02-3579-4A6E-ABCF-21E328EF6580}" destId="{85170CBC-26C7-47E0-A282-C1B624ACB877}" srcOrd="2" destOrd="0" presId="urn:microsoft.com/office/officeart/2018/2/layout/IconCircleList"/>
    <dgm:cxn modelId="{FA7F3535-DE3D-4979-9423-55E2E264BF15}" type="presParOf" srcId="{85170CBC-26C7-47E0-A282-C1B624ACB877}" destId="{8CFBFB79-E3A7-4729-BADD-440B36B19328}" srcOrd="0" destOrd="0" presId="urn:microsoft.com/office/officeart/2018/2/layout/IconCircleList"/>
    <dgm:cxn modelId="{16A74874-45D7-4938-83F9-596F77D1F26D}" type="presParOf" srcId="{85170CBC-26C7-47E0-A282-C1B624ACB877}" destId="{7A2A87AB-FF0D-4369-8942-71CDFC93469B}" srcOrd="1" destOrd="0" presId="urn:microsoft.com/office/officeart/2018/2/layout/IconCircleList"/>
    <dgm:cxn modelId="{D4B9F9AA-F860-4187-99E6-5DA5D55724EE}" type="presParOf" srcId="{85170CBC-26C7-47E0-A282-C1B624ACB877}" destId="{D20579AC-2A9B-4FE5-9291-3E7C666FA036}" srcOrd="2" destOrd="0" presId="urn:microsoft.com/office/officeart/2018/2/layout/IconCircleList"/>
    <dgm:cxn modelId="{BDB2B51E-F6D7-4764-A013-30B4C1509B81}" type="presParOf" srcId="{85170CBC-26C7-47E0-A282-C1B624ACB877}" destId="{72538E4B-D6B4-4521-8482-53EBBF5CE99B}" srcOrd="3" destOrd="0" presId="urn:microsoft.com/office/officeart/2018/2/layout/IconCircleList"/>
    <dgm:cxn modelId="{AFA935CD-3F63-411B-A6B5-FF31336B00CF}" type="presParOf" srcId="{4CD02C02-3579-4A6E-ABCF-21E328EF6580}" destId="{4A576352-D6F6-4A96-ACF1-582D881FC2D2}" srcOrd="3" destOrd="0" presId="urn:microsoft.com/office/officeart/2018/2/layout/IconCircleList"/>
    <dgm:cxn modelId="{009B295C-7028-4073-8F4B-8E8A625F6595}" type="presParOf" srcId="{4CD02C02-3579-4A6E-ABCF-21E328EF6580}" destId="{7D35EB3C-1B2F-4376-9035-B1A6D4AD69F4}" srcOrd="4" destOrd="0" presId="urn:microsoft.com/office/officeart/2018/2/layout/IconCircleList"/>
    <dgm:cxn modelId="{8307F4AF-8423-4B45-9685-F7EA9135229C}" type="presParOf" srcId="{7D35EB3C-1B2F-4376-9035-B1A6D4AD69F4}" destId="{807D637D-BEDF-4278-A9E1-726C64AA3138}" srcOrd="0" destOrd="0" presId="urn:microsoft.com/office/officeart/2018/2/layout/IconCircleList"/>
    <dgm:cxn modelId="{D537F456-B75B-4815-9E42-9555954932DD}" type="presParOf" srcId="{7D35EB3C-1B2F-4376-9035-B1A6D4AD69F4}" destId="{B98A3846-BBC7-425D-9C91-4602493FDC46}" srcOrd="1" destOrd="0" presId="urn:microsoft.com/office/officeart/2018/2/layout/IconCircleList"/>
    <dgm:cxn modelId="{3C856C41-57E6-47B5-B312-2CD5EFBB9657}" type="presParOf" srcId="{7D35EB3C-1B2F-4376-9035-B1A6D4AD69F4}" destId="{8EE8A864-3A05-4D2C-A489-2F8394EE73B2}" srcOrd="2" destOrd="0" presId="urn:microsoft.com/office/officeart/2018/2/layout/IconCircleList"/>
    <dgm:cxn modelId="{3890CE63-9BA0-41B5-AEBC-DF2F33889B2C}" type="presParOf" srcId="{7D35EB3C-1B2F-4376-9035-B1A6D4AD69F4}" destId="{560831FC-CD58-4EC4-9EE1-162BB8BECEC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7742533-28A4-42C7-93FD-327D8A4C2E1A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19154AD-14F2-497B-AD15-7F11EEB1EFEC}">
      <dgm:prSet/>
      <dgm:spPr/>
      <dgm:t>
        <a:bodyPr/>
        <a:lstStyle/>
        <a:p>
          <a:r>
            <a:rPr lang="en-US"/>
            <a:t>Calculate</a:t>
          </a:r>
        </a:p>
      </dgm:t>
    </dgm:pt>
    <dgm:pt modelId="{9E0AFC26-4C37-4934-8B88-2B3680258F39}" type="parTrans" cxnId="{EFEB4E6F-38C9-4CF4-830F-2F151A2AA45C}">
      <dgm:prSet/>
      <dgm:spPr/>
      <dgm:t>
        <a:bodyPr/>
        <a:lstStyle/>
        <a:p>
          <a:endParaRPr lang="en-US"/>
        </a:p>
      </dgm:t>
    </dgm:pt>
    <dgm:pt modelId="{A4D22833-C91F-4D11-885B-FEA3F0615C7B}" type="sibTrans" cxnId="{EFEB4E6F-38C9-4CF4-830F-2F151A2AA45C}">
      <dgm:prSet/>
      <dgm:spPr/>
      <dgm:t>
        <a:bodyPr/>
        <a:lstStyle/>
        <a:p>
          <a:endParaRPr lang="en-US"/>
        </a:p>
      </dgm:t>
    </dgm:pt>
    <dgm:pt modelId="{C2C99243-680D-46C5-AF76-DEC7BDF02196}">
      <dgm:prSet/>
      <dgm:spPr/>
      <dgm:t>
        <a:bodyPr/>
        <a:lstStyle/>
        <a:p>
          <a:r>
            <a:rPr lang="en-US"/>
            <a:t>Calculate percentage similarity between reconstructed and original input.</a:t>
          </a:r>
        </a:p>
      </dgm:t>
    </dgm:pt>
    <dgm:pt modelId="{7DEF70AE-D8E0-4B67-9F58-D5FDDDEB1AA4}" type="parTrans" cxnId="{53558197-BCD2-4122-A673-96B08189D4DA}">
      <dgm:prSet/>
      <dgm:spPr/>
      <dgm:t>
        <a:bodyPr/>
        <a:lstStyle/>
        <a:p>
          <a:endParaRPr lang="en-US"/>
        </a:p>
      </dgm:t>
    </dgm:pt>
    <dgm:pt modelId="{9ED76DDD-27FE-469C-B5AB-99380E42C062}" type="sibTrans" cxnId="{53558197-BCD2-4122-A673-96B08189D4DA}">
      <dgm:prSet/>
      <dgm:spPr/>
      <dgm:t>
        <a:bodyPr/>
        <a:lstStyle/>
        <a:p>
          <a:endParaRPr lang="en-US"/>
        </a:p>
      </dgm:t>
    </dgm:pt>
    <dgm:pt modelId="{150C9A21-2846-4E2A-A799-B12148A0F71F}">
      <dgm:prSet/>
      <dgm:spPr/>
      <dgm:t>
        <a:bodyPr/>
        <a:lstStyle/>
        <a:p>
          <a:r>
            <a:rPr lang="en-US"/>
            <a:t>Compare</a:t>
          </a:r>
        </a:p>
      </dgm:t>
    </dgm:pt>
    <dgm:pt modelId="{4220AAB2-22E1-47CF-996E-F72F2453879C}" type="parTrans" cxnId="{6FBA5D32-6922-458B-BF48-B37EACE4E042}">
      <dgm:prSet/>
      <dgm:spPr/>
      <dgm:t>
        <a:bodyPr/>
        <a:lstStyle/>
        <a:p>
          <a:endParaRPr lang="en-US"/>
        </a:p>
      </dgm:t>
    </dgm:pt>
    <dgm:pt modelId="{19251D4C-69C2-47ED-9995-2150D19C7704}" type="sibTrans" cxnId="{6FBA5D32-6922-458B-BF48-B37EACE4E042}">
      <dgm:prSet/>
      <dgm:spPr/>
      <dgm:t>
        <a:bodyPr/>
        <a:lstStyle/>
        <a:p>
          <a:endParaRPr lang="en-US"/>
        </a:p>
      </dgm:t>
    </dgm:pt>
    <dgm:pt modelId="{B64BF645-94E0-42FE-85CB-B21DC4A063D7}">
      <dgm:prSet/>
      <dgm:spPr/>
      <dgm:t>
        <a:bodyPr/>
        <a:lstStyle/>
        <a:p>
          <a:r>
            <a:rPr lang="en-US"/>
            <a:t>Compare performance of HTM vs. KNN.</a:t>
          </a:r>
        </a:p>
      </dgm:t>
    </dgm:pt>
    <dgm:pt modelId="{2E049425-820B-4B68-8F4C-46A10BE89D67}" type="parTrans" cxnId="{3B775119-ED76-4F4E-BDE4-96BD55F87740}">
      <dgm:prSet/>
      <dgm:spPr/>
      <dgm:t>
        <a:bodyPr/>
        <a:lstStyle/>
        <a:p>
          <a:endParaRPr lang="en-US"/>
        </a:p>
      </dgm:t>
    </dgm:pt>
    <dgm:pt modelId="{D4BAC15F-B2BD-46A7-A666-AADD47B232E0}" type="sibTrans" cxnId="{3B775119-ED76-4F4E-BDE4-96BD55F87740}">
      <dgm:prSet/>
      <dgm:spPr/>
      <dgm:t>
        <a:bodyPr/>
        <a:lstStyle/>
        <a:p>
          <a:endParaRPr lang="en-US"/>
        </a:p>
      </dgm:t>
    </dgm:pt>
    <dgm:pt modelId="{6BD82EF8-3C20-4AE2-91D2-4639D89BACA7}">
      <dgm:prSet/>
      <dgm:spPr/>
      <dgm:t>
        <a:bodyPr/>
        <a:lstStyle/>
        <a:p>
          <a:r>
            <a:rPr lang="en-US"/>
            <a:t>Use</a:t>
          </a:r>
        </a:p>
      </dgm:t>
    </dgm:pt>
    <dgm:pt modelId="{E25236E3-BB8E-415B-9791-447FDF36380F}" type="parTrans" cxnId="{A490A561-21FB-4467-B77C-243E11969569}">
      <dgm:prSet/>
      <dgm:spPr/>
      <dgm:t>
        <a:bodyPr/>
        <a:lstStyle/>
        <a:p>
          <a:endParaRPr lang="en-US"/>
        </a:p>
      </dgm:t>
    </dgm:pt>
    <dgm:pt modelId="{4E3963D8-677B-42F7-9507-0DD0D23813EE}" type="sibTrans" cxnId="{A490A561-21FB-4467-B77C-243E11969569}">
      <dgm:prSet/>
      <dgm:spPr/>
      <dgm:t>
        <a:bodyPr/>
        <a:lstStyle/>
        <a:p>
          <a:endParaRPr lang="en-US"/>
        </a:p>
      </dgm:t>
    </dgm:pt>
    <dgm:pt modelId="{EBC49727-7130-4E85-A0BF-B631668276A2}">
      <dgm:prSet/>
      <dgm:spPr/>
      <dgm:t>
        <a:bodyPr/>
        <a:lstStyle/>
        <a:p>
          <a:r>
            <a:rPr lang="en-US"/>
            <a:t>Use neocortexapi similarity functions for validation.</a:t>
          </a:r>
        </a:p>
      </dgm:t>
    </dgm:pt>
    <dgm:pt modelId="{DA6EF396-DF4A-4DB6-B4E4-96D55E7DB658}" type="parTrans" cxnId="{D6714ADE-7F1E-4866-831F-1472162668E0}">
      <dgm:prSet/>
      <dgm:spPr/>
      <dgm:t>
        <a:bodyPr/>
        <a:lstStyle/>
        <a:p>
          <a:endParaRPr lang="en-US"/>
        </a:p>
      </dgm:t>
    </dgm:pt>
    <dgm:pt modelId="{8867814F-DA8D-4464-910B-82AE2766E8C2}" type="sibTrans" cxnId="{D6714ADE-7F1E-4866-831F-1472162668E0}">
      <dgm:prSet/>
      <dgm:spPr/>
      <dgm:t>
        <a:bodyPr/>
        <a:lstStyle/>
        <a:p>
          <a:endParaRPr lang="en-US"/>
        </a:p>
      </dgm:t>
    </dgm:pt>
    <dgm:pt modelId="{C8228F4B-B1F3-4541-BC5B-144C595B6DBD}" type="pres">
      <dgm:prSet presAssocID="{D7742533-28A4-42C7-93FD-327D8A4C2E1A}" presName="Name0" presStyleCnt="0">
        <dgm:presLayoutVars>
          <dgm:dir/>
          <dgm:animLvl val="lvl"/>
          <dgm:resizeHandles val="exact"/>
        </dgm:presLayoutVars>
      </dgm:prSet>
      <dgm:spPr/>
    </dgm:pt>
    <dgm:pt modelId="{91764E9B-8D62-40D4-A652-B1438E0C3B4C}" type="pres">
      <dgm:prSet presAssocID="{B19154AD-14F2-497B-AD15-7F11EEB1EFEC}" presName="linNode" presStyleCnt="0"/>
      <dgm:spPr/>
    </dgm:pt>
    <dgm:pt modelId="{2CA9F9E1-2DEE-445C-86EB-627A2C5593AD}" type="pres">
      <dgm:prSet presAssocID="{B19154AD-14F2-497B-AD15-7F11EEB1EFEC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31E092BD-3A53-4F8F-9BFF-CFC2CAB8EC50}" type="pres">
      <dgm:prSet presAssocID="{B19154AD-14F2-497B-AD15-7F11EEB1EFEC}" presName="descendantText" presStyleLbl="alignAccFollowNode1" presStyleIdx="0" presStyleCnt="3">
        <dgm:presLayoutVars>
          <dgm:bulletEnabled/>
        </dgm:presLayoutVars>
      </dgm:prSet>
      <dgm:spPr/>
    </dgm:pt>
    <dgm:pt modelId="{8EEFB096-5A6B-4319-BE26-55F058EC8062}" type="pres">
      <dgm:prSet presAssocID="{A4D22833-C91F-4D11-885B-FEA3F0615C7B}" presName="sp" presStyleCnt="0"/>
      <dgm:spPr/>
    </dgm:pt>
    <dgm:pt modelId="{C5B01257-9711-4B35-8716-5A1CCEE58746}" type="pres">
      <dgm:prSet presAssocID="{150C9A21-2846-4E2A-A799-B12148A0F71F}" presName="linNode" presStyleCnt="0"/>
      <dgm:spPr/>
    </dgm:pt>
    <dgm:pt modelId="{8D9A4A7E-52BD-423E-9E05-B0E03E0B6F82}" type="pres">
      <dgm:prSet presAssocID="{150C9A21-2846-4E2A-A799-B12148A0F71F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53281E42-8EFE-4C0F-AB73-630508F84970}" type="pres">
      <dgm:prSet presAssocID="{150C9A21-2846-4E2A-A799-B12148A0F71F}" presName="descendantText" presStyleLbl="alignAccFollowNode1" presStyleIdx="1" presStyleCnt="3">
        <dgm:presLayoutVars>
          <dgm:bulletEnabled/>
        </dgm:presLayoutVars>
      </dgm:prSet>
      <dgm:spPr/>
    </dgm:pt>
    <dgm:pt modelId="{9387F66D-9ADB-46B7-9B6A-1E99C8862BEA}" type="pres">
      <dgm:prSet presAssocID="{19251D4C-69C2-47ED-9995-2150D19C7704}" presName="sp" presStyleCnt="0"/>
      <dgm:spPr/>
    </dgm:pt>
    <dgm:pt modelId="{30D89420-B198-45CD-9CC2-AB68BEE3C79C}" type="pres">
      <dgm:prSet presAssocID="{6BD82EF8-3C20-4AE2-91D2-4639D89BACA7}" presName="linNode" presStyleCnt="0"/>
      <dgm:spPr/>
    </dgm:pt>
    <dgm:pt modelId="{B8C88583-2B77-498C-89A0-2D948DFB9297}" type="pres">
      <dgm:prSet presAssocID="{6BD82EF8-3C20-4AE2-91D2-4639D89BACA7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A1B779B0-1C8A-45E9-ADFD-C6E7152AB091}" type="pres">
      <dgm:prSet presAssocID="{6BD82EF8-3C20-4AE2-91D2-4639D89BACA7}" presName="descendantText" presStyleLbl="alignAccFollowNode1" presStyleIdx="2" presStyleCnt="3">
        <dgm:presLayoutVars>
          <dgm:bulletEnabled/>
        </dgm:presLayoutVars>
      </dgm:prSet>
      <dgm:spPr/>
    </dgm:pt>
  </dgm:ptLst>
  <dgm:cxnLst>
    <dgm:cxn modelId="{952E7E11-8AF4-4139-8B6F-1E5CDD3767CD}" type="presOf" srcId="{B64BF645-94E0-42FE-85CB-B21DC4A063D7}" destId="{53281E42-8EFE-4C0F-AB73-630508F84970}" srcOrd="0" destOrd="0" presId="urn:microsoft.com/office/officeart/2016/7/layout/VerticalSolidActionList"/>
    <dgm:cxn modelId="{3B775119-ED76-4F4E-BDE4-96BD55F87740}" srcId="{150C9A21-2846-4E2A-A799-B12148A0F71F}" destId="{B64BF645-94E0-42FE-85CB-B21DC4A063D7}" srcOrd="0" destOrd="0" parTransId="{2E049425-820B-4B68-8F4C-46A10BE89D67}" sibTransId="{D4BAC15F-B2BD-46A7-A666-AADD47B232E0}"/>
    <dgm:cxn modelId="{A8E2162E-963D-49FE-94E2-4F55BDD082E5}" type="presOf" srcId="{150C9A21-2846-4E2A-A799-B12148A0F71F}" destId="{8D9A4A7E-52BD-423E-9E05-B0E03E0B6F82}" srcOrd="0" destOrd="0" presId="urn:microsoft.com/office/officeart/2016/7/layout/VerticalSolidActionList"/>
    <dgm:cxn modelId="{6FBA5D32-6922-458B-BF48-B37EACE4E042}" srcId="{D7742533-28A4-42C7-93FD-327D8A4C2E1A}" destId="{150C9A21-2846-4E2A-A799-B12148A0F71F}" srcOrd="1" destOrd="0" parTransId="{4220AAB2-22E1-47CF-996E-F72F2453879C}" sibTransId="{19251D4C-69C2-47ED-9995-2150D19C7704}"/>
    <dgm:cxn modelId="{A490A561-21FB-4467-B77C-243E11969569}" srcId="{D7742533-28A4-42C7-93FD-327D8A4C2E1A}" destId="{6BD82EF8-3C20-4AE2-91D2-4639D89BACA7}" srcOrd="2" destOrd="0" parTransId="{E25236E3-BB8E-415B-9791-447FDF36380F}" sibTransId="{4E3963D8-677B-42F7-9507-0DD0D23813EE}"/>
    <dgm:cxn modelId="{EFEB4E6F-38C9-4CF4-830F-2F151A2AA45C}" srcId="{D7742533-28A4-42C7-93FD-327D8A4C2E1A}" destId="{B19154AD-14F2-497B-AD15-7F11EEB1EFEC}" srcOrd="0" destOrd="0" parTransId="{9E0AFC26-4C37-4934-8B88-2B3680258F39}" sibTransId="{A4D22833-C91F-4D11-885B-FEA3F0615C7B}"/>
    <dgm:cxn modelId="{E7DA2276-4C30-40E8-A6F2-CB1D285D1874}" type="presOf" srcId="{D7742533-28A4-42C7-93FD-327D8A4C2E1A}" destId="{C8228F4B-B1F3-4541-BC5B-144C595B6DBD}" srcOrd="0" destOrd="0" presId="urn:microsoft.com/office/officeart/2016/7/layout/VerticalSolidActionList"/>
    <dgm:cxn modelId="{807AA584-16AF-431D-9290-CDEF8B91E5BF}" type="presOf" srcId="{B19154AD-14F2-497B-AD15-7F11EEB1EFEC}" destId="{2CA9F9E1-2DEE-445C-86EB-627A2C5593AD}" srcOrd="0" destOrd="0" presId="urn:microsoft.com/office/officeart/2016/7/layout/VerticalSolidActionList"/>
    <dgm:cxn modelId="{9F2F8A87-A343-47AA-97A1-F9FC42E4A5EF}" type="presOf" srcId="{C2C99243-680D-46C5-AF76-DEC7BDF02196}" destId="{31E092BD-3A53-4F8F-9BFF-CFC2CAB8EC50}" srcOrd="0" destOrd="0" presId="urn:microsoft.com/office/officeart/2016/7/layout/VerticalSolidActionList"/>
    <dgm:cxn modelId="{53558197-BCD2-4122-A673-96B08189D4DA}" srcId="{B19154AD-14F2-497B-AD15-7F11EEB1EFEC}" destId="{C2C99243-680D-46C5-AF76-DEC7BDF02196}" srcOrd="0" destOrd="0" parTransId="{7DEF70AE-D8E0-4B67-9F58-D5FDDDEB1AA4}" sibTransId="{9ED76DDD-27FE-469C-B5AB-99380E42C062}"/>
    <dgm:cxn modelId="{945CDFBA-2387-4DB6-B6EF-19CFAF573198}" type="presOf" srcId="{6BD82EF8-3C20-4AE2-91D2-4639D89BACA7}" destId="{B8C88583-2B77-498C-89A0-2D948DFB9297}" srcOrd="0" destOrd="0" presId="urn:microsoft.com/office/officeart/2016/7/layout/VerticalSolidActionList"/>
    <dgm:cxn modelId="{D6714ADE-7F1E-4866-831F-1472162668E0}" srcId="{6BD82EF8-3C20-4AE2-91D2-4639D89BACA7}" destId="{EBC49727-7130-4E85-A0BF-B631668276A2}" srcOrd="0" destOrd="0" parTransId="{DA6EF396-DF4A-4DB6-B4E4-96D55E7DB658}" sibTransId="{8867814F-DA8D-4464-910B-82AE2766E8C2}"/>
    <dgm:cxn modelId="{449C7AF4-4F17-4586-9D5A-258627B342E7}" type="presOf" srcId="{EBC49727-7130-4E85-A0BF-B631668276A2}" destId="{A1B779B0-1C8A-45E9-ADFD-C6E7152AB091}" srcOrd="0" destOrd="0" presId="urn:microsoft.com/office/officeart/2016/7/layout/VerticalSolidActionList"/>
    <dgm:cxn modelId="{A3885247-44C5-47B6-94F0-EF373A683664}" type="presParOf" srcId="{C8228F4B-B1F3-4541-BC5B-144C595B6DBD}" destId="{91764E9B-8D62-40D4-A652-B1438E0C3B4C}" srcOrd="0" destOrd="0" presId="urn:microsoft.com/office/officeart/2016/7/layout/VerticalSolidActionList"/>
    <dgm:cxn modelId="{568CAC0E-DC17-4B57-AD38-57D870D86B61}" type="presParOf" srcId="{91764E9B-8D62-40D4-A652-B1438E0C3B4C}" destId="{2CA9F9E1-2DEE-445C-86EB-627A2C5593AD}" srcOrd="0" destOrd="0" presId="urn:microsoft.com/office/officeart/2016/7/layout/VerticalSolidActionList"/>
    <dgm:cxn modelId="{66FB207B-91FF-4AA4-902E-90DE3EA585EF}" type="presParOf" srcId="{91764E9B-8D62-40D4-A652-B1438E0C3B4C}" destId="{31E092BD-3A53-4F8F-9BFF-CFC2CAB8EC50}" srcOrd="1" destOrd="0" presId="urn:microsoft.com/office/officeart/2016/7/layout/VerticalSolidActionList"/>
    <dgm:cxn modelId="{D79CC402-EB8A-4C39-BFAD-672E2FD96862}" type="presParOf" srcId="{C8228F4B-B1F3-4541-BC5B-144C595B6DBD}" destId="{8EEFB096-5A6B-4319-BE26-55F058EC8062}" srcOrd="1" destOrd="0" presId="urn:microsoft.com/office/officeart/2016/7/layout/VerticalSolidActionList"/>
    <dgm:cxn modelId="{FC18F957-B91E-4C0D-9934-11F886B44FC7}" type="presParOf" srcId="{C8228F4B-B1F3-4541-BC5B-144C595B6DBD}" destId="{C5B01257-9711-4B35-8716-5A1CCEE58746}" srcOrd="2" destOrd="0" presId="urn:microsoft.com/office/officeart/2016/7/layout/VerticalSolidActionList"/>
    <dgm:cxn modelId="{D397FB94-C9FC-46FB-A1A6-61D237781CA4}" type="presParOf" srcId="{C5B01257-9711-4B35-8716-5A1CCEE58746}" destId="{8D9A4A7E-52BD-423E-9E05-B0E03E0B6F82}" srcOrd="0" destOrd="0" presId="urn:microsoft.com/office/officeart/2016/7/layout/VerticalSolidActionList"/>
    <dgm:cxn modelId="{F22D6D13-4D65-44AF-8D75-70307EDEA044}" type="presParOf" srcId="{C5B01257-9711-4B35-8716-5A1CCEE58746}" destId="{53281E42-8EFE-4C0F-AB73-630508F84970}" srcOrd="1" destOrd="0" presId="urn:microsoft.com/office/officeart/2016/7/layout/VerticalSolidActionList"/>
    <dgm:cxn modelId="{E31A28A7-8F95-43AB-9953-B66706758AEE}" type="presParOf" srcId="{C8228F4B-B1F3-4541-BC5B-144C595B6DBD}" destId="{9387F66D-9ADB-46B7-9B6A-1E99C8862BEA}" srcOrd="3" destOrd="0" presId="urn:microsoft.com/office/officeart/2016/7/layout/VerticalSolidActionList"/>
    <dgm:cxn modelId="{334161E0-7231-465B-BBE5-6257F97C38D8}" type="presParOf" srcId="{C8228F4B-B1F3-4541-BC5B-144C595B6DBD}" destId="{30D89420-B198-45CD-9CC2-AB68BEE3C79C}" srcOrd="4" destOrd="0" presId="urn:microsoft.com/office/officeart/2016/7/layout/VerticalSolidActionList"/>
    <dgm:cxn modelId="{F9BB7463-F724-4508-B702-6975F52401FE}" type="presParOf" srcId="{30D89420-B198-45CD-9CC2-AB68BEE3C79C}" destId="{B8C88583-2B77-498C-89A0-2D948DFB9297}" srcOrd="0" destOrd="0" presId="urn:microsoft.com/office/officeart/2016/7/layout/VerticalSolidActionList"/>
    <dgm:cxn modelId="{67C51C1B-0833-42C7-A11D-6930CF8C037D}" type="presParOf" srcId="{30D89420-B198-45CD-9CC2-AB68BEE3C79C}" destId="{A1B779B0-1C8A-45E9-ADFD-C6E7152AB091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B4B9CBB-0C04-4EB0-BC40-DF05F2F4183F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EE8B71D-52AF-4DBA-9345-E91AC96700F5}">
      <dgm:prSet/>
      <dgm:spPr/>
      <dgm:t>
        <a:bodyPr/>
        <a:lstStyle/>
        <a:p>
          <a:pPr>
            <a:defRPr b="1"/>
          </a:pPr>
          <a:r>
            <a:rPr lang="en-GB" b="1"/>
            <a:t>Formula Used:</a:t>
          </a:r>
          <a:endParaRPr lang="en-US"/>
        </a:p>
      </dgm:t>
    </dgm:pt>
    <dgm:pt modelId="{E445F839-2CA2-405D-8730-1B9FF1E3E4B3}" type="parTrans" cxnId="{E47B4F02-29BC-4FD8-B774-16C1FC5A4F7F}">
      <dgm:prSet/>
      <dgm:spPr/>
      <dgm:t>
        <a:bodyPr/>
        <a:lstStyle/>
        <a:p>
          <a:endParaRPr lang="en-US"/>
        </a:p>
      </dgm:t>
    </dgm:pt>
    <dgm:pt modelId="{B67951E4-0772-47E6-95AD-4DB07A58748E}" type="sibTrans" cxnId="{E47B4F02-29BC-4FD8-B774-16C1FC5A4F7F}">
      <dgm:prSet/>
      <dgm:spPr/>
      <dgm:t>
        <a:bodyPr/>
        <a:lstStyle/>
        <a:p>
          <a:endParaRPr lang="en-US"/>
        </a:p>
      </dgm:t>
    </dgm:pt>
    <dgm:pt modelId="{7C28CB19-5542-43FA-ABD6-F8C5D920F252}">
      <dgm:prSet/>
      <dgm:spPr/>
      <dgm:t>
        <a:bodyPr/>
        <a:lstStyle/>
        <a:p>
          <a:r>
            <a:rPr lang="en-GB"/>
            <a:t>Formula: Similarity = 1 - (|Original - Reconstructed| / Max(Original, Reconstructed))</a:t>
          </a:r>
          <a:endParaRPr lang="en-US"/>
        </a:p>
      </dgm:t>
    </dgm:pt>
    <dgm:pt modelId="{533138B3-3602-4711-93EB-AA74415B5AC6}" type="parTrans" cxnId="{382791E6-51EE-41A1-BAFF-887FB85A1FB8}">
      <dgm:prSet/>
      <dgm:spPr/>
      <dgm:t>
        <a:bodyPr/>
        <a:lstStyle/>
        <a:p>
          <a:endParaRPr lang="en-US"/>
        </a:p>
      </dgm:t>
    </dgm:pt>
    <dgm:pt modelId="{E2BFBD22-C26E-44CB-AE34-9FEE92E606BA}" type="sibTrans" cxnId="{382791E6-51EE-41A1-BAFF-887FB85A1FB8}">
      <dgm:prSet/>
      <dgm:spPr/>
      <dgm:t>
        <a:bodyPr/>
        <a:lstStyle/>
        <a:p>
          <a:endParaRPr lang="en-US"/>
        </a:p>
      </dgm:t>
    </dgm:pt>
    <dgm:pt modelId="{2C48E135-8685-4928-9877-A91BA03B28E5}">
      <dgm:prSet/>
      <dgm:spPr/>
      <dgm:t>
        <a:bodyPr/>
        <a:lstStyle/>
        <a:p>
          <a:pPr>
            <a:defRPr b="1"/>
          </a:pPr>
          <a:r>
            <a:rPr lang="en-GB" b="1"/>
            <a:t>Example Calculation:</a:t>
          </a:r>
          <a:endParaRPr lang="en-US"/>
        </a:p>
      </dgm:t>
    </dgm:pt>
    <dgm:pt modelId="{EA3676CB-DF8B-41F6-B4DF-670028FBFE76}" type="parTrans" cxnId="{7333D885-AA09-4545-97B9-8136FE2F39A2}">
      <dgm:prSet/>
      <dgm:spPr/>
      <dgm:t>
        <a:bodyPr/>
        <a:lstStyle/>
        <a:p>
          <a:endParaRPr lang="en-US"/>
        </a:p>
      </dgm:t>
    </dgm:pt>
    <dgm:pt modelId="{B0AEFAE9-B480-457F-9765-502103171382}" type="sibTrans" cxnId="{7333D885-AA09-4545-97B9-8136FE2F39A2}">
      <dgm:prSet/>
      <dgm:spPr/>
      <dgm:t>
        <a:bodyPr/>
        <a:lstStyle/>
        <a:p>
          <a:endParaRPr lang="en-US"/>
        </a:p>
      </dgm:t>
    </dgm:pt>
    <dgm:pt modelId="{111645B8-69F8-41C9-BC0F-682E9E49232D}">
      <dgm:prSet/>
      <dgm:spPr/>
      <dgm:t>
        <a:bodyPr/>
        <a:lstStyle/>
        <a:p>
          <a:r>
            <a:rPr lang="en-GB"/>
            <a:t>Original: 10, HTM Prediction: 9.8 → Similarity = 98%</a:t>
          </a:r>
          <a:endParaRPr lang="en-US"/>
        </a:p>
      </dgm:t>
    </dgm:pt>
    <dgm:pt modelId="{3CEECB44-F95B-4CEE-B267-C94294531E97}" type="parTrans" cxnId="{2B7308FB-3557-4C61-A4B9-DA5EC3CAC7D4}">
      <dgm:prSet/>
      <dgm:spPr/>
      <dgm:t>
        <a:bodyPr/>
        <a:lstStyle/>
        <a:p>
          <a:endParaRPr lang="en-US"/>
        </a:p>
      </dgm:t>
    </dgm:pt>
    <dgm:pt modelId="{576DBD17-7702-4E38-88F2-F103CA330E45}" type="sibTrans" cxnId="{2B7308FB-3557-4C61-A4B9-DA5EC3CAC7D4}">
      <dgm:prSet/>
      <dgm:spPr/>
      <dgm:t>
        <a:bodyPr/>
        <a:lstStyle/>
        <a:p>
          <a:endParaRPr lang="en-US"/>
        </a:p>
      </dgm:t>
    </dgm:pt>
    <dgm:pt modelId="{FA22B184-B1F0-47B8-8F71-8371FD42E268}">
      <dgm:prSet/>
      <dgm:spPr/>
      <dgm:t>
        <a:bodyPr/>
        <a:lstStyle/>
        <a:p>
          <a:r>
            <a:rPr lang="en-GB"/>
            <a:t>Original: 15, KNN Prediction: 14.5 → Similarity = 96%</a:t>
          </a:r>
          <a:endParaRPr lang="en-US"/>
        </a:p>
      </dgm:t>
    </dgm:pt>
    <dgm:pt modelId="{4F9E1837-8998-44D3-9563-284905A17286}" type="parTrans" cxnId="{D78CB8B4-8AA4-4FB7-A0EB-992712629F0F}">
      <dgm:prSet/>
      <dgm:spPr/>
      <dgm:t>
        <a:bodyPr/>
        <a:lstStyle/>
        <a:p>
          <a:endParaRPr lang="en-US"/>
        </a:p>
      </dgm:t>
    </dgm:pt>
    <dgm:pt modelId="{4CE66BCB-1A0B-4EA0-8AD2-09CCE7772191}" type="sibTrans" cxnId="{D78CB8B4-8AA4-4FB7-A0EB-992712629F0F}">
      <dgm:prSet/>
      <dgm:spPr/>
      <dgm:t>
        <a:bodyPr/>
        <a:lstStyle/>
        <a:p>
          <a:endParaRPr lang="en-US"/>
        </a:p>
      </dgm:t>
    </dgm:pt>
    <dgm:pt modelId="{D3AAE84E-2491-4BA1-BD00-FD19CC975AD5}" type="pres">
      <dgm:prSet presAssocID="{5B4B9CBB-0C04-4EB0-BC40-DF05F2F4183F}" presName="linear" presStyleCnt="0">
        <dgm:presLayoutVars>
          <dgm:dir/>
          <dgm:animLvl val="lvl"/>
          <dgm:resizeHandles val="exact"/>
        </dgm:presLayoutVars>
      </dgm:prSet>
      <dgm:spPr/>
    </dgm:pt>
    <dgm:pt modelId="{34C1D5DC-2B5E-40E3-99E6-70A269B39720}" type="pres">
      <dgm:prSet presAssocID="{1EE8B71D-52AF-4DBA-9345-E91AC96700F5}" presName="parentLin" presStyleCnt="0"/>
      <dgm:spPr/>
    </dgm:pt>
    <dgm:pt modelId="{74FAB2B1-FC84-4111-ACD4-B885C07DBFD4}" type="pres">
      <dgm:prSet presAssocID="{1EE8B71D-52AF-4DBA-9345-E91AC96700F5}" presName="parentLeftMargin" presStyleLbl="node1" presStyleIdx="0" presStyleCnt="2"/>
      <dgm:spPr/>
    </dgm:pt>
    <dgm:pt modelId="{19A49EBF-3D7D-4C75-BD84-84B736AAF65B}" type="pres">
      <dgm:prSet presAssocID="{1EE8B71D-52AF-4DBA-9345-E91AC96700F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94E569C-5DEE-46AC-84DC-820EF5E0B987}" type="pres">
      <dgm:prSet presAssocID="{1EE8B71D-52AF-4DBA-9345-E91AC96700F5}" presName="negativeSpace" presStyleCnt="0"/>
      <dgm:spPr/>
    </dgm:pt>
    <dgm:pt modelId="{0356ADFE-2FD4-45D1-B8F7-C57FCF70EA6F}" type="pres">
      <dgm:prSet presAssocID="{1EE8B71D-52AF-4DBA-9345-E91AC96700F5}" presName="childText" presStyleLbl="conFgAcc1" presStyleIdx="0" presStyleCnt="2">
        <dgm:presLayoutVars>
          <dgm:bulletEnabled val="1"/>
        </dgm:presLayoutVars>
      </dgm:prSet>
      <dgm:spPr/>
    </dgm:pt>
    <dgm:pt modelId="{58F8966C-97D2-43C1-AF54-2FE3C62CFBFE}" type="pres">
      <dgm:prSet presAssocID="{B67951E4-0772-47E6-95AD-4DB07A58748E}" presName="spaceBetweenRectangles" presStyleCnt="0"/>
      <dgm:spPr/>
    </dgm:pt>
    <dgm:pt modelId="{380B30F8-A50C-43AF-9AB1-91187DEAB6EE}" type="pres">
      <dgm:prSet presAssocID="{2C48E135-8685-4928-9877-A91BA03B28E5}" presName="parentLin" presStyleCnt="0"/>
      <dgm:spPr/>
    </dgm:pt>
    <dgm:pt modelId="{30F9523D-12DE-400D-82E8-7007370C11BF}" type="pres">
      <dgm:prSet presAssocID="{2C48E135-8685-4928-9877-A91BA03B28E5}" presName="parentLeftMargin" presStyleLbl="node1" presStyleIdx="0" presStyleCnt="2"/>
      <dgm:spPr/>
    </dgm:pt>
    <dgm:pt modelId="{EE4DB89D-FEA9-4B51-9DE4-6E7CC1675C8C}" type="pres">
      <dgm:prSet presAssocID="{2C48E135-8685-4928-9877-A91BA03B28E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13E4D9D-F5F2-4822-97AF-38CC8AD53D7D}" type="pres">
      <dgm:prSet presAssocID="{2C48E135-8685-4928-9877-A91BA03B28E5}" presName="negativeSpace" presStyleCnt="0"/>
      <dgm:spPr/>
    </dgm:pt>
    <dgm:pt modelId="{814BE8EA-AC72-4596-838B-A4DC5EE11B27}" type="pres">
      <dgm:prSet presAssocID="{2C48E135-8685-4928-9877-A91BA03B28E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E47B4F02-29BC-4FD8-B774-16C1FC5A4F7F}" srcId="{5B4B9CBB-0C04-4EB0-BC40-DF05F2F4183F}" destId="{1EE8B71D-52AF-4DBA-9345-E91AC96700F5}" srcOrd="0" destOrd="0" parTransId="{E445F839-2CA2-405D-8730-1B9FF1E3E4B3}" sibTransId="{B67951E4-0772-47E6-95AD-4DB07A58748E}"/>
    <dgm:cxn modelId="{AB7BEF4C-A1E1-4B51-9BDA-0B7EEB616864}" type="presOf" srcId="{1EE8B71D-52AF-4DBA-9345-E91AC96700F5}" destId="{19A49EBF-3D7D-4C75-BD84-84B736AAF65B}" srcOrd="1" destOrd="0" presId="urn:microsoft.com/office/officeart/2005/8/layout/list1"/>
    <dgm:cxn modelId="{FAF24758-60A4-4ADE-836C-F537AC0858B9}" type="presOf" srcId="{5B4B9CBB-0C04-4EB0-BC40-DF05F2F4183F}" destId="{D3AAE84E-2491-4BA1-BD00-FD19CC975AD5}" srcOrd="0" destOrd="0" presId="urn:microsoft.com/office/officeart/2005/8/layout/list1"/>
    <dgm:cxn modelId="{7333D885-AA09-4545-97B9-8136FE2F39A2}" srcId="{5B4B9CBB-0C04-4EB0-BC40-DF05F2F4183F}" destId="{2C48E135-8685-4928-9877-A91BA03B28E5}" srcOrd="1" destOrd="0" parTransId="{EA3676CB-DF8B-41F6-B4DF-670028FBFE76}" sibTransId="{B0AEFAE9-B480-457F-9765-502103171382}"/>
    <dgm:cxn modelId="{009E4786-0504-441B-8D9C-E62115BC3155}" type="presOf" srcId="{7C28CB19-5542-43FA-ABD6-F8C5D920F252}" destId="{0356ADFE-2FD4-45D1-B8F7-C57FCF70EA6F}" srcOrd="0" destOrd="0" presId="urn:microsoft.com/office/officeart/2005/8/layout/list1"/>
    <dgm:cxn modelId="{F7D8EBA2-DF55-4610-87F6-3516361DDBE5}" type="presOf" srcId="{FA22B184-B1F0-47B8-8F71-8371FD42E268}" destId="{814BE8EA-AC72-4596-838B-A4DC5EE11B27}" srcOrd="0" destOrd="1" presId="urn:microsoft.com/office/officeart/2005/8/layout/list1"/>
    <dgm:cxn modelId="{D78CB8B4-8AA4-4FB7-A0EB-992712629F0F}" srcId="{2C48E135-8685-4928-9877-A91BA03B28E5}" destId="{FA22B184-B1F0-47B8-8F71-8371FD42E268}" srcOrd="1" destOrd="0" parTransId="{4F9E1837-8998-44D3-9563-284905A17286}" sibTransId="{4CE66BCB-1A0B-4EA0-8AD2-09CCE7772191}"/>
    <dgm:cxn modelId="{D5B695D3-102B-49F2-BAC1-9C5852EBAE52}" type="presOf" srcId="{1EE8B71D-52AF-4DBA-9345-E91AC96700F5}" destId="{74FAB2B1-FC84-4111-ACD4-B885C07DBFD4}" srcOrd="0" destOrd="0" presId="urn:microsoft.com/office/officeart/2005/8/layout/list1"/>
    <dgm:cxn modelId="{24CC97D6-24EE-4DE7-B8C9-98D4FA48F3BD}" type="presOf" srcId="{111645B8-69F8-41C9-BC0F-682E9E49232D}" destId="{814BE8EA-AC72-4596-838B-A4DC5EE11B27}" srcOrd="0" destOrd="0" presId="urn:microsoft.com/office/officeart/2005/8/layout/list1"/>
    <dgm:cxn modelId="{382791E6-51EE-41A1-BAFF-887FB85A1FB8}" srcId="{1EE8B71D-52AF-4DBA-9345-E91AC96700F5}" destId="{7C28CB19-5542-43FA-ABD6-F8C5D920F252}" srcOrd="0" destOrd="0" parTransId="{533138B3-3602-4711-93EB-AA74415B5AC6}" sibTransId="{E2BFBD22-C26E-44CB-AE34-9FEE92E606BA}"/>
    <dgm:cxn modelId="{2A22D7F5-1854-4D10-84DA-F83A9DCD94EC}" type="presOf" srcId="{2C48E135-8685-4928-9877-A91BA03B28E5}" destId="{EE4DB89D-FEA9-4B51-9DE4-6E7CC1675C8C}" srcOrd="1" destOrd="0" presId="urn:microsoft.com/office/officeart/2005/8/layout/list1"/>
    <dgm:cxn modelId="{BC7B63F6-3AB9-4BCA-B364-D492F487E585}" type="presOf" srcId="{2C48E135-8685-4928-9877-A91BA03B28E5}" destId="{30F9523D-12DE-400D-82E8-7007370C11BF}" srcOrd="0" destOrd="0" presId="urn:microsoft.com/office/officeart/2005/8/layout/list1"/>
    <dgm:cxn modelId="{2B7308FB-3557-4C61-A4B9-DA5EC3CAC7D4}" srcId="{2C48E135-8685-4928-9877-A91BA03B28E5}" destId="{111645B8-69F8-41C9-BC0F-682E9E49232D}" srcOrd="0" destOrd="0" parTransId="{3CEECB44-F95B-4CEE-B267-C94294531E97}" sibTransId="{576DBD17-7702-4E38-88F2-F103CA330E45}"/>
    <dgm:cxn modelId="{C12EF67E-08EF-4AD2-BEDB-CF7AB37A2E30}" type="presParOf" srcId="{D3AAE84E-2491-4BA1-BD00-FD19CC975AD5}" destId="{34C1D5DC-2B5E-40E3-99E6-70A269B39720}" srcOrd="0" destOrd="0" presId="urn:microsoft.com/office/officeart/2005/8/layout/list1"/>
    <dgm:cxn modelId="{75978BAD-C050-4D79-A539-3736B423E47B}" type="presParOf" srcId="{34C1D5DC-2B5E-40E3-99E6-70A269B39720}" destId="{74FAB2B1-FC84-4111-ACD4-B885C07DBFD4}" srcOrd="0" destOrd="0" presId="urn:microsoft.com/office/officeart/2005/8/layout/list1"/>
    <dgm:cxn modelId="{D83A4DDD-89C5-4ADB-9A1C-CDDCB2858381}" type="presParOf" srcId="{34C1D5DC-2B5E-40E3-99E6-70A269B39720}" destId="{19A49EBF-3D7D-4C75-BD84-84B736AAF65B}" srcOrd="1" destOrd="0" presId="urn:microsoft.com/office/officeart/2005/8/layout/list1"/>
    <dgm:cxn modelId="{6FE3EB65-DA20-4293-9412-83A236FDE269}" type="presParOf" srcId="{D3AAE84E-2491-4BA1-BD00-FD19CC975AD5}" destId="{D94E569C-5DEE-46AC-84DC-820EF5E0B987}" srcOrd="1" destOrd="0" presId="urn:microsoft.com/office/officeart/2005/8/layout/list1"/>
    <dgm:cxn modelId="{1DFBE0F6-43F7-4FDD-81F0-97D82BBF2C8C}" type="presParOf" srcId="{D3AAE84E-2491-4BA1-BD00-FD19CC975AD5}" destId="{0356ADFE-2FD4-45D1-B8F7-C57FCF70EA6F}" srcOrd="2" destOrd="0" presId="urn:microsoft.com/office/officeart/2005/8/layout/list1"/>
    <dgm:cxn modelId="{910D0FB4-DBBA-490C-A4A6-5FCBD5D3FEBE}" type="presParOf" srcId="{D3AAE84E-2491-4BA1-BD00-FD19CC975AD5}" destId="{58F8966C-97D2-43C1-AF54-2FE3C62CFBFE}" srcOrd="3" destOrd="0" presId="urn:microsoft.com/office/officeart/2005/8/layout/list1"/>
    <dgm:cxn modelId="{99A9E0A8-DEF9-4FC5-B007-4F66DDE87AFE}" type="presParOf" srcId="{D3AAE84E-2491-4BA1-BD00-FD19CC975AD5}" destId="{380B30F8-A50C-43AF-9AB1-91187DEAB6EE}" srcOrd="4" destOrd="0" presId="urn:microsoft.com/office/officeart/2005/8/layout/list1"/>
    <dgm:cxn modelId="{0AEA441C-367E-471D-A1C6-7668E8E4ECA1}" type="presParOf" srcId="{380B30F8-A50C-43AF-9AB1-91187DEAB6EE}" destId="{30F9523D-12DE-400D-82E8-7007370C11BF}" srcOrd="0" destOrd="0" presId="urn:microsoft.com/office/officeart/2005/8/layout/list1"/>
    <dgm:cxn modelId="{4094D56F-06EE-4D57-A361-CE881F626FE1}" type="presParOf" srcId="{380B30F8-A50C-43AF-9AB1-91187DEAB6EE}" destId="{EE4DB89D-FEA9-4B51-9DE4-6E7CC1675C8C}" srcOrd="1" destOrd="0" presId="urn:microsoft.com/office/officeart/2005/8/layout/list1"/>
    <dgm:cxn modelId="{60201D91-ACB6-45D9-AA13-1B1E2B1D76D3}" type="presParOf" srcId="{D3AAE84E-2491-4BA1-BD00-FD19CC975AD5}" destId="{513E4D9D-F5F2-4822-97AF-38CC8AD53D7D}" srcOrd="5" destOrd="0" presId="urn:microsoft.com/office/officeart/2005/8/layout/list1"/>
    <dgm:cxn modelId="{762145B8-1780-4A95-9C31-15B255C63E22}" type="presParOf" srcId="{D3AAE84E-2491-4BA1-BD00-FD19CC975AD5}" destId="{814BE8EA-AC72-4596-838B-A4DC5EE11B2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3AACC9B-8BE3-4DBE-B695-0EFA22A98920}" type="doc">
      <dgm:prSet loTypeId="urn:microsoft.com/office/officeart/2005/8/layout/cycle1" loCatId="cycle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53B12B6-061A-4AF6-986D-0A8E1D39B1E7}">
      <dgm:prSet/>
      <dgm:spPr/>
      <dgm:t>
        <a:bodyPr/>
        <a:lstStyle/>
        <a:p>
          <a:r>
            <a:rPr lang="en-GB"/>
            <a:t>Graph: KNN predictions vs. actual input.</a:t>
          </a:r>
          <a:endParaRPr lang="en-US"/>
        </a:p>
      </dgm:t>
    </dgm:pt>
    <dgm:pt modelId="{9F5E9055-5DAD-4BCF-B824-6BF2B787C1FC}" type="parTrans" cxnId="{93DE3F7A-EBA0-462C-9660-9EC4AD9E5161}">
      <dgm:prSet/>
      <dgm:spPr/>
      <dgm:t>
        <a:bodyPr/>
        <a:lstStyle/>
        <a:p>
          <a:endParaRPr lang="en-US"/>
        </a:p>
      </dgm:t>
    </dgm:pt>
    <dgm:pt modelId="{7A8FB96C-C68F-4055-8766-E4D8D20E969C}" type="sibTrans" cxnId="{93DE3F7A-EBA0-462C-9660-9EC4AD9E5161}">
      <dgm:prSet/>
      <dgm:spPr/>
      <dgm:t>
        <a:bodyPr/>
        <a:lstStyle/>
        <a:p>
          <a:endParaRPr lang="en-US"/>
        </a:p>
      </dgm:t>
    </dgm:pt>
    <dgm:pt modelId="{DA615F72-A412-4137-95E2-C8DC28B85AC6}">
      <dgm:prSet/>
      <dgm:spPr/>
      <dgm:t>
        <a:bodyPr/>
        <a:lstStyle/>
        <a:p>
          <a:r>
            <a:rPr lang="en-GB"/>
            <a:t>Observations:</a:t>
          </a:r>
          <a:endParaRPr lang="en-US"/>
        </a:p>
      </dgm:t>
    </dgm:pt>
    <dgm:pt modelId="{07F75AE6-7F1D-4BD7-A63E-3B5839582CAC}" type="parTrans" cxnId="{4FACDD8A-6C28-464C-9C42-6D017B688531}">
      <dgm:prSet/>
      <dgm:spPr/>
      <dgm:t>
        <a:bodyPr/>
        <a:lstStyle/>
        <a:p>
          <a:endParaRPr lang="en-US"/>
        </a:p>
      </dgm:t>
    </dgm:pt>
    <dgm:pt modelId="{5E911DBD-A7F5-4F66-B85E-EF5FF41BC91C}" type="sibTrans" cxnId="{4FACDD8A-6C28-464C-9C42-6D017B688531}">
      <dgm:prSet/>
      <dgm:spPr/>
      <dgm:t>
        <a:bodyPr/>
        <a:lstStyle/>
        <a:p>
          <a:endParaRPr lang="en-US"/>
        </a:p>
      </dgm:t>
    </dgm:pt>
    <dgm:pt modelId="{CBD21A42-EF43-477B-B825-36A19B94EA1B}">
      <dgm:prSet/>
      <dgm:spPr/>
      <dgm:t>
        <a:bodyPr/>
        <a:lstStyle/>
        <a:p>
          <a:r>
            <a:rPr lang="en-GB"/>
            <a:t>Performs well for discrete inputs.</a:t>
          </a:r>
          <a:endParaRPr lang="en-US"/>
        </a:p>
      </dgm:t>
    </dgm:pt>
    <dgm:pt modelId="{57952A3D-FC2E-4248-8146-B2C4A84ADA38}" type="parTrans" cxnId="{D7A31CD8-E7AB-474D-853F-AA1FE7247F76}">
      <dgm:prSet/>
      <dgm:spPr/>
      <dgm:t>
        <a:bodyPr/>
        <a:lstStyle/>
        <a:p>
          <a:endParaRPr lang="en-US"/>
        </a:p>
      </dgm:t>
    </dgm:pt>
    <dgm:pt modelId="{6A95414F-C664-45AF-B996-25AA8CB3B0B9}" type="sibTrans" cxnId="{D7A31CD8-E7AB-474D-853F-AA1FE7247F76}">
      <dgm:prSet/>
      <dgm:spPr/>
      <dgm:t>
        <a:bodyPr/>
        <a:lstStyle/>
        <a:p>
          <a:endParaRPr lang="en-US"/>
        </a:p>
      </dgm:t>
    </dgm:pt>
    <dgm:pt modelId="{C1DDC43D-A080-4DEC-995A-E9B94E627364}">
      <dgm:prSet/>
      <dgm:spPr/>
      <dgm:t>
        <a:bodyPr/>
        <a:lstStyle/>
        <a:p>
          <a:r>
            <a:rPr lang="en-GB"/>
            <a:t>Struggles with unseen patterns due to reliance on stored examples.</a:t>
          </a:r>
          <a:endParaRPr lang="en-US"/>
        </a:p>
      </dgm:t>
    </dgm:pt>
    <dgm:pt modelId="{52FD0044-AC9E-42B8-85D7-A58DDC4A849D}" type="parTrans" cxnId="{DE121988-E5A1-421D-B901-712DC1356536}">
      <dgm:prSet/>
      <dgm:spPr/>
      <dgm:t>
        <a:bodyPr/>
        <a:lstStyle/>
        <a:p>
          <a:endParaRPr lang="en-US"/>
        </a:p>
      </dgm:t>
    </dgm:pt>
    <dgm:pt modelId="{56B5037B-8F60-43B4-8E2B-23E183B731C5}" type="sibTrans" cxnId="{DE121988-E5A1-421D-B901-712DC1356536}">
      <dgm:prSet/>
      <dgm:spPr/>
      <dgm:t>
        <a:bodyPr/>
        <a:lstStyle/>
        <a:p>
          <a:endParaRPr lang="en-US"/>
        </a:p>
      </dgm:t>
    </dgm:pt>
    <dgm:pt modelId="{58D5DF35-4CD4-4BD6-9B14-57C8D1485796}" type="pres">
      <dgm:prSet presAssocID="{F3AACC9B-8BE3-4DBE-B695-0EFA22A98920}" presName="cycle" presStyleCnt="0">
        <dgm:presLayoutVars>
          <dgm:dir/>
          <dgm:resizeHandles val="exact"/>
        </dgm:presLayoutVars>
      </dgm:prSet>
      <dgm:spPr/>
    </dgm:pt>
    <dgm:pt modelId="{260690CC-C099-4A0F-9802-C520184882D2}" type="pres">
      <dgm:prSet presAssocID="{153B12B6-061A-4AF6-986D-0A8E1D39B1E7}" presName="dummy" presStyleCnt="0"/>
      <dgm:spPr/>
    </dgm:pt>
    <dgm:pt modelId="{78A597C0-2218-47C4-968C-8C38FA3CDAEA}" type="pres">
      <dgm:prSet presAssocID="{153B12B6-061A-4AF6-986D-0A8E1D39B1E7}" presName="node" presStyleLbl="revTx" presStyleIdx="0" presStyleCnt="4">
        <dgm:presLayoutVars>
          <dgm:bulletEnabled val="1"/>
        </dgm:presLayoutVars>
      </dgm:prSet>
      <dgm:spPr/>
    </dgm:pt>
    <dgm:pt modelId="{B8C0D5B7-F9AE-4DD8-A2C9-18E5E6AB5729}" type="pres">
      <dgm:prSet presAssocID="{7A8FB96C-C68F-4055-8766-E4D8D20E969C}" presName="sibTrans" presStyleLbl="node1" presStyleIdx="0" presStyleCnt="4"/>
      <dgm:spPr/>
    </dgm:pt>
    <dgm:pt modelId="{CDE72E9E-82DD-48BF-B18F-19985E67C62B}" type="pres">
      <dgm:prSet presAssocID="{DA615F72-A412-4137-95E2-C8DC28B85AC6}" presName="dummy" presStyleCnt="0"/>
      <dgm:spPr/>
    </dgm:pt>
    <dgm:pt modelId="{C9644BC4-3A36-4290-9CD1-CD3BE1B16A40}" type="pres">
      <dgm:prSet presAssocID="{DA615F72-A412-4137-95E2-C8DC28B85AC6}" presName="node" presStyleLbl="revTx" presStyleIdx="1" presStyleCnt="4">
        <dgm:presLayoutVars>
          <dgm:bulletEnabled val="1"/>
        </dgm:presLayoutVars>
      </dgm:prSet>
      <dgm:spPr/>
    </dgm:pt>
    <dgm:pt modelId="{4B05B50B-E4E9-4713-9647-529283B20267}" type="pres">
      <dgm:prSet presAssocID="{5E911DBD-A7F5-4F66-B85E-EF5FF41BC91C}" presName="sibTrans" presStyleLbl="node1" presStyleIdx="1" presStyleCnt="4"/>
      <dgm:spPr/>
    </dgm:pt>
    <dgm:pt modelId="{54FD79C8-CF5A-449B-8CF5-82FF5B5C3EE9}" type="pres">
      <dgm:prSet presAssocID="{CBD21A42-EF43-477B-B825-36A19B94EA1B}" presName="dummy" presStyleCnt="0"/>
      <dgm:spPr/>
    </dgm:pt>
    <dgm:pt modelId="{53960A4F-B634-4D0C-A986-91076637EDA1}" type="pres">
      <dgm:prSet presAssocID="{CBD21A42-EF43-477B-B825-36A19B94EA1B}" presName="node" presStyleLbl="revTx" presStyleIdx="2" presStyleCnt="4">
        <dgm:presLayoutVars>
          <dgm:bulletEnabled val="1"/>
        </dgm:presLayoutVars>
      </dgm:prSet>
      <dgm:spPr/>
    </dgm:pt>
    <dgm:pt modelId="{5A580D51-3F61-4007-AC6D-AF12C7E1700F}" type="pres">
      <dgm:prSet presAssocID="{6A95414F-C664-45AF-B996-25AA8CB3B0B9}" presName="sibTrans" presStyleLbl="node1" presStyleIdx="2" presStyleCnt="4"/>
      <dgm:spPr/>
    </dgm:pt>
    <dgm:pt modelId="{1BE22D4D-FB10-4A4F-87BC-F702B69B2524}" type="pres">
      <dgm:prSet presAssocID="{C1DDC43D-A080-4DEC-995A-E9B94E627364}" presName="dummy" presStyleCnt="0"/>
      <dgm:spPr/>
    </dgm:pt>
    <dgm:pt modelId="{B4C06D0E-7B00-48A5-A1A0-35ABE0D4DBFA}" type="pres">
      <dgm:prSet presAssocID="{C1DDC43D-A080-4DEC-995A-E9B94E627364}" presName="node" presStyleLbl="revTx" presStyleIdx="3" presStyleCnt="4">
        <dgm:presLayoutVars>
          <dgm:bulletEnabled val="1"/>
        </dgm:presLayoutVars>
      </dgm:prSet>
      <dgm:spPr/>
    </dgm:pt>
    <dgm:pt modelId="{88C180DC-FC61-4367-A220-8CF66DE80938}" type="pres">
      <dgm:prSet presAssocID="{56B5037B-8F60-43B4-8E2B-23E183B731C5}" presName="sibTrans" presStyleLbl="node1" presStyleIdx="3" presStyleCnt="4"/>
      <dgm:spPr/>
    </dgm:pt>
  </dgm:ptLst>
  <dgm:cxnLst>
    <dgm:cxn modelId="{256EBF41-C68E-465F-A669-2230F9695EDB}" type="presOf" srcId="{F3AACC9B-8BE3-4DBE-B695-0EFA22A98920}" destId="{58D5DF35-4CD4-4BD6-9B14-57C8D1485796}" srcOrd="0" destOrd="0" presId="urn:microsoft.com/office/officeart/2005/8/layout/cycle1"/>
    <dgm:cxn modelId="{5145BF64-C58C-42E3-AE1E-9FAAF6C57B2B}" type="presOf" srcId="{C1DDC43D-A080-4DEC-995A-E9B94E627364}" destId="{B4C06D0E-7B00-48A5-A1A0-35ABE0D4DBFA}" srcOrd="0" destOrd="0" presId="urn:microsoft.com/office/officeart/2005/8/layout/cycle1"/>
    <dgm:cxn modelId="{93DE3F7A-EBA0-462C-9660-9EC4AD9E5161}" srcId="{F3AACC9B-8BE3-4DBE-B695-0EFA22A98920}" destId="{153B12B6-061A-4AF6-986D-0A8E1D39B1E7}" srcOrd="0" destOrd="0" parTransId="{9F5E9055-5DAD-4BCF-B824-6BF2B787C1FC}" sibTransId="{7A8FB96C-C68F-4055-8766-E4D8D20E969C}"/>
    <dgm:cxn modelId="{7945447E-A925-40B1-8198-FE2ACA674784}" type="presOf" srcId="{CBD21A42-EF43-477B-B825-36A19B94EA1B}" destId="{53960A4F-B634-4D0C-A986-91076637EDA1}" srcOrd="0" destOrd="0" presId="urn:microsoft.com/office/officeart/2005/8/layout/cycle1"/>
    <dgm:cxn modelId="{72F01683-0645-4AC6-9FB2-8DF815FF66BF}" type="presOf" srcId="{5E911DBD-A7F5-4F66-B85E-EF5FF41BC91C}" destId="{4B05B50B-E4E9-4713-9647-529283B20267}" srcOrd="0" destOrd="0" presId="urn:microsoft.com/office/officeart/2005/8/layout/cycle1"/>
    <dgm:cxn modelId="{52E03186-4836-4130-A986-54FBF0946525}" type="presOf" srcId="{7A8FB96C-C68F-4055-8766-E4D8D20E969C}" destId="{B8C0D5B7-F9AE-4DD8-A2C9-18E5E6AB5729}" srcOrd="0" destOrd="0" presId="urn:microsoft.com/office/officeart/2005/8/layout/cycle1"/>
    <dgm:cxn modelId="{DE121988-E5A1-421D-B901-712DC1356536}" srcId="{F3AACC9B-8BE3-4DBE-B695-0EFA22A98920}" destId="{C1DDC43D-A080-4DEC-995A-E9B94E627364}" srcOrd="3" destOrd="0" parTransId="{52FD0044-AC9E-42B8-85D7-A58DDC4A849D}" sibTransId="{56B5037B-8F60-43B4-8E2B-23E183B731C5}"/>
    <dgm:cxn modelId="{4FACDD8A-6C28-464C-9C42-6D017B688531}" srcId="{F3AACC9B-8BE3-4DBE-B695-0EFA22A98920}" destId="{DA615F72-A412-4137-95E2-C8DC28B85AC6}" srcOrd="1" destOrd="0" parTransId="{07F75AE6-7F1D-4BD7-A63E-3B5839582CAC}" sibTransId="{5E911DBD-A7F5-4F66-B85E-EF5FF41BC91C}"/>
    <dgm:cxn modelId="{6E676096-478C-465F-B226-3D311B6F9B92}" type="presOf" srcId="{DA615F72-A412-4137-95E2-C8DC28B85AC6}" destId="{C9644BC4-3A36-4290-9CD1-CD3BE1B16A40}" srcOrd="0" destOrd="0" presId="urn:microsoft.com/office/officeart/2005/8/layout/cycle1"/>
    <dgm:cxn modelId="{BC6BF8C2-220F-4286-933B-65D4C104E9C5}" type="presOf" srcId="{153B12B6-061A-4AF6-986D-0A8E1D39B1E7}" destId="{78A597C0-2218-47C4-968C-8C38FA3CDAEA}" srcOrd="0" destOrd="0" presId="urn:microsoft.com/office/officeart/2005/8/layout/cycle1"/>
    <dgm:cxn modelId="{D7A31CD8-E7AB-474D-853F-AA1FE7247F76}" srcId="{F3AACC9B-8BE3-4DBE-B695-0EFA22A98920}" destId="{CBD21A42-EF43-477B-B825-36A19B94EA1B}" srcOrd="2" destOrd="0" parTransId="{57952A3D-FC2E-4248-8146-B2C4A84ADA38}" sibTransId="{6A95414F-C664-45AF-B996-25AA8CB3B0B9}"/>
    <dgm:cxn modelId="{E1DA1DDE-6DE3-40F8-AF97-4FDCA04B4B67}" type="presOf" srcId="{56B5037B-8F60-43B4-8E2B-23E183B731C5}" destId="{88C180DC-FC61-4367-A220-8CF66DE80938}" srcOrd="0" destOrd="0" presId="urn:microsoft.com/office/officeart/2005/8/layout/cycle1"/>
    <dgm:cxn modelId="{A2DDD8EB-84B4-4778-80B9-D7EC0CEBCA98}" type="presOf" srcId="{6A95414F-C664-45AF-B996-25AA8CB3B0B9}" destId="{5A580D51-3F61-4007-AC6D-AF12C7E1700F}" srcOrd="0" destOrd="0" presId="urn:microsoft.com/office/officeart/2005/8/layout/cycle1"/>
    <dgm:cxn modelId="{80085C4C-A16F-465F-85A2-5C1E0A47079B}" type="presParOf" srcId="{58D5DF35-4CD4-4BD6-9B14-57C8D1485796}" destId="{260690CC-C099-4A0F-9802-C520184882D2}" srcOrd="0" destOrd="0" presId="urn:microsoft.com/office/officeart/2005/8/layout/cycle1"/>
    <dgm:cxn modelId="{7EB53785-21E9-4D23-8468-0173A7F8775F}" type="presParOf" srcId="{58D5DF35-4CD4-4BD6-9B14-57C8D1485796}" destId="{78A597C0-2218-47C4-968C-8C38FA3CDAEA}" srcOrd="1" destOrd="0" presId="urn:microsoft.com/office/officeart/2005/8/layout/cycle1"/>
    <dgm:cxn modelId="{7455FC7D-AC1A-49A5-9ED0-831F997C7D8A}" type="presParOf" srcId="{58D5DF35-4CD4-4BD6-9B14-57C8D1485796}" destId="{B8C0D5B7-F9AE-4DD8-A2C9-18E5E6AB5729}" srcOrd="2" destOrd="0" presId="urn:microsoft.com/office/officeart/2005/8/layout/cycle1"/>
    <dgm:cxn modelId="{73DC5328-215B-44B9-A36D-AACDC4DD4013}" type="presParOf" srcId="{58D5DF35-4CD4-4BD6-9B14-57C8D1485796}" destId="{CDE72E9E-82DD-48BF-B18F-19985E67C62B}" srcOrd="3" destOrd="0" presId="urn:microsoft.com/office/officeart/2005/8/layout/cycle1"/>
    <dgm:cxn modelId="{4C032C82-6247-49A5-94B9-304BA94E418E}" type="presParOf" srcId="{58D5DF35-4CD4-4BD6-9B14-57C8D1485796}" destId="{C9644BC4-3A36-4290-9CD1-CD3BE1B16A40}" srcOrd="4" destOrd="0" presId="urn:microsoft.com/office/officeart/2005/8/layout/cycle1"/>
    <dgm:cxn modelId="{268EB2FB-584E-48DD-A3E1-4B2176E462F8}" type="presParOf" srcId="{58D5DF35-4CD4-4BD6-9B14-57C8D1485796}" destId="{4B05B50B-E4E9-4713-9647-529283B20267}" srcOrd="5" destOrd="0" presId="urn:microsoft.com/office/officeart/2005/8/layout/cycle1"/>
    <dgm:cxn modelId="{2CE32225-CBF4-4C82-A8EE-EE69D1967621}" type="presParOf" srcId="{58D5DF35-4CD4-4BD6-9B14-57C8D1485796}" destId="{54FD79C8-CF5A-449B-8CF5-82FF5B5C3EE9}" srcOrd="6" destOrd="0" presId="urn:microsoft.com/office/officeart/2005/8/layout/cycle1"/>
    <dgm:cxn modelId="{E5F4472D-AE23-4061-8550-69CE55F99EC2}" type="presParOf" srcId="{58D5DF35-4CD4-4BD6-9B14-57C8D1485796}" destId="{53960A4F-B634-4D0C-A986-91076637EDA1}" srcOrd="7" destOrd="0" presId="urn:microsoft.com/office/officeart/2005/8/layout/cycle1"/>
    <dgm:cxn modelId="{08733408-BC6B-486E-8F26-EDB74CA65843}" type="presParOf" srcId="{58D5DF35-4CD4-4BD6-9B14-57C8D1485796}" destId="{5A580D51-3F61-4007-AC6D-AF12C7E1700F}" srcOrd="8" destOrd="0" presId="urn:microsoft.com/office/officeart/2005/8/layout/cycle1"/>
    <dgm:cxn modelId="{3761076A-A6E8-4446-BF65-DF7C69554468}" type="presParOf" srcId="{58D5DF35-4CD4-4BD6-9B14-57C8D1485796}" destId="{1BE22D4D-FB10-4A4F-87BC-F702B69B2524}" srcOrd="9" destOrd="0" presId="urn:microsoft.com/office/officeart/2005/8/layout/cycle1"/>
    <dgm:cxn modelId="{0D335F0E-3323-4A80-A64F-6FEB23B7B794}" type="presParOf" srcId="{58D5DF35-4CD4-4BD6-9B14-57C8D1485796}" destId="{B4C06D0E-7B00-48A5-A1A0-35ABE0D4DBFA}" srcOrd="10" destOrd="0" presId="urn:microsoft.com/office/officeart/2005/8/layout/cycle1"/>
    <dgm:cxn modelId="{A2DA6AB2-298A-402E-82E3-E9BA218CBAE8}" type="presParOf" srcId="{58D5DF35-4CD4-4BD6-9B14-57C8D1485796}" destId="{88C180DC-FC61-4367-A220-8CF66DE80938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D2CE415-D22F-4086-85F8-48E1BAB8489F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6718E77-EDAB-4341-8F5E-F5105F7DC256}">
      <dgm:prSet/>
      <dgm:spPr/>
      <dgm:t>
        <a:bodyPr/>
        <a:lstStyle/>
        <a:p>
          <a:r>
            <a:rPr lang="en-GB"/>
            <a:t>HTM Strengths:</a:t>
          </a:r>
          <a:endParaRPr lang="en-US"/>
        </a:p>
      </dgm:t>
    </dgm:pt>
    <dgm:pt modelId="{64AA488A-C405-4340-B17B-3137DB0680DA}" type="parTrans" cxnId="{0A55796B-B44B-421E-83EC-21903CFDA263}">
      <dgm:prSet/>
      <dgm:spPr/>
      <dgm:t>
        <a:bodyPr/>
        <a:lstStyle/>
        <a:p>
          <a:endParaRPr lang="en-US"/>
        </a:p>
      </dgm:t>
    </dgm:pt>
    <dgm:pt modelId="{0D9B70AA-7C78-421B-AB0A-8FD70138191F}" type="sibTrans" cxnId="{0A55796B-B44B-421E-83EC-21903CFDA263}">
      <dgm:prSet/>
      <dgm:spPr/>
      <dgm:t>
        <a:bodyPr/>
        <a:lstStyle/>
        <a:p>
          <a:endParaRPr lang="en-US"/>
        </a:p>
      </dgm:t>
    </dgm:pt>
    <dgm:pt modelId="{35612528-931D-48A1-A662-1F5C96A1FD04}">
      <dgm:prSet/>
      <dgm:spPr/>
      <dgm:t>
        <a:bodyPr/>
        <a:lstStyle/>
        <a:p>
          <a:r>
            <a:rPr lang="en-GB"/>
            <a:t>Better for time-based patterns.</a:t>
          </a:r>
          <a:endParaRPr lang="en-US"/>
        </a:p>
      </dgm:t>
    </dgm:pt>
    <dgm:pt modelId="{667E813A-9725-40E0-A296-76AB845605F3}" type="parTrans" cxnId="{7AD65EE7-82A1-4C80-B27F-81FAA27FDE6E}">
      <dgm:prSet/>
      <dgm:spPr/>
      <dgm:t>
        <a:bodyPr/>
        <a:lstStyle/>
        <a:p>
          <a:endParaRPr lang="en-US"/>
        </a:p>
      </dgm:t>
    </dgm:pt>
    <dgm:pt modelId="{DC43B9F3-5F72-4F43-8A7C-AB192598C2D4}" type="sibTrans" cxnId="{7AD65EE7-82A1-4C80-B27F-81FAA27FDE6E}">
      <dgm:prSet/>
      <dgm:spPr/>
      <dgm:t>
        <a:bodyPr/>
        <a:lstStyle/>
        <a:p>
          <a:endParaRPr lang="en-US"/>
        </a:p>
      </dgm:t>
    </dgm:pt>
    <dgm:pt modelId="{998CDB73-525E-4A23-980B-AA4367983978}">
      <dgm:prSet/>
      <dgm:spPr/>
      <dgm:t>
        <a:bodyPr/>
        <a:lstStyle/>
        <a:p>
          <a:r>
            <a:rPr lang="en-GB"/>
            <a:t>Can generalize from learned sequences.</a:t>
          </a:r>
          <a:endParaRPr lang="en-US"/>
        </a:p>
      </dgm:t>
    </dgm:pt>
    <dgm:pt modelId="{54BD7603-83B4-4280-B271-805637085087}" type="parTrans" cxnId="{587AEDE9-EAB0-4A08-81FE-D76B60EF695C}">
      <dgm:prSet/>
      <dgm:spPr/>
      <dgm:t>
        <a:bodyPr/>
        <a:lstStyle/>
        <a:p>
          <a:endParaRPr lang="en-US"/>
        </a:p>
      </dgm:t>
    </dgm:pt>
    <dgm:pt modelId="{B734BE21-001F-4C26-8FFE-47444DC4EE0E}" type="sibTrans" cxnId="{587AEDE9-EAB0-4A08-81FE-D76B60EF695C}">
      <dgm:prSet/>
      <dgm:spPr/>
      <dgm:t>
        <a:bodyPr/>
        <a:lstStyle/>
        <a:p>
          <a:endParaRPr lang="en-US"/>
        </a:p>
      </dgm:t>
    </dgm:pt>
    <dgm:pt modelId="{610C5D31-AB3C-4EAC-9AED-988D81D9661B}">
      <dgm:prSet/>
      <dgm:spPr/>
      <dgm:t>
        <a:bodyPr/>
        <a:lstStyle/>
        <a:p>
          <a:r>
            <a:rPr lang="en-GB"/>
            <a:t>KNN Strengths:</a:t>
          </a:r>
          <a:endParaRPr lang="en-US"/>
        </a:p>
      </dgm:t>
    </dgm:pt>
    <dgm:pt modelId="{B93D4976-2499-4D2A-B0DC-340D8A71D6A5}" type="parTrans" cxnId="{60FD6E77-0740-4C91-9290-6A76343D5015}">
      <dgm:prSet/>
      <dgm:spPr/>
      <dgm:t>
        <a:bodyPr/>
        <a:lstStyle/>
        <a:p>
          <a:endParaRPr lang="en-US"/>
        </a:p>
      </dgm:t>
    </dgm:pt>
    <dgm:pt modelId="{829C25A9-923D-441B-90B8-7CB23F1B0768}" type="sibTrans" cxnId="{60FD6E77-0740-4C91-9290-6A76343D5015}">
      <dgm:prSet/>
      <dgm:spPr/>
      <dgm:t>
        <a:bodyPr/>
        <a:lstStyle/>
        <a:p>
          <a:endParaRPr lang="en-US"/>
        </a:p>
      </dgm:t>
    </dgm:pt>
    <dgm:pt modelId="{8517A41C-4CEC-4208-A62D-9605C1994DDC}">
      <dgm:prSet/>
      <dgm:spPr/>
      <dgm:t>
        <a:bodyPr/>
        <a:lstStyle/>
        <a:p>
          <a:r>
            <a:rPr lang="en-GB"/>
            <a:t>Simple and efficient for smaller datasets.</a:t>
          </a:r>
          <a:endParaRPr lang="en-US"/>
        </a:p>
      </dgm:t>
    </dgm:pt>
    <dgm:pt modelId="{3F449B5B-2F93-4DD5-B62D-F959F55C39E1}" type="parTrans" cxnId="{69F0B64D-CA39-4A46-B53B-79E6E283134D}">
      <dgm:prSet/>
      <dgm:spPr/>
      <dgm:t>
        <a:bodyPr/>
        <a:lstStyle/>
        <a:p>
          <a:endParaRPr lang="en-US"/>
        </a:p>
      </dgm:t>
    </dgm:pt>
    <dgm:pt modelId="{BE41A1C3-C060-46CF-8FAD-C592A1C4D01A}" type="sibTrans" cxnId="{69F0B64D-CA39-4A46-B53B-79E6E283134D}">
      <dgm:prSet/>
      <dgm:spPr/>
      <dgm:t>
        <a:bodyPr/>
        <a:lstStyle/>
        <a:p>
          <a:endParaRPr lang="en-US"/>
        </a:p>
      </dgm:t>
    </dgm:pt>
    <dgm:pt modelId="{B98EACCC-8D07-4AB3-9E63-3272C06CEE7B}">
      <dgm:prSet/>
      <dgm:spPr/>
      <dgm:t>
        <a:bodyPr/>
        <a:lstStyle/>
        <a:p>
          <a:r>
            <a:rPr lang="en-GB"/>
            <a:t>Works well for distinct category predictions.</a:t>
          </a:r>
          <a:endParaRPr lang="en-US"/>
        </a:p>
      </dgm:t>
    </dgm:pt>
    <dgm:pt modelId="{5D693FFE-2C2F-41B2-BEDA-C414E39E2FA0}" type="parTrans" cxnId="{6D116E91-88C5-4164-AE82-1059487AF2C0}">
      <dgm:prSet/>
      <dgm:spPr/>
      <dgm:t>
        <a:bodyPr/>
        <a:lstStyle/>
        <a:p>
          <a:endParaRPr lang="en-US"/>
        </a:p>
      </dgm:t>
    </dgm:pt>
    <dgm:pt modelId="{5EB84913-1456-4DE1-A5FE-CFE69C5E7BB9}" type="sibTrans" cxnId="{6D116E91-88C5-4164-AE82-1059487AF2C0}">
      <dgm:prSet/>
      <dgm:spPr/>
      <dgm:t>
        <a:bodyPr/>
        <a:lstStyle/>
        <a:p>
          <a:endParaRPr lang="en-US"/>
        </a:p>
      </dgm:t>
    </dgm:pt>
    <dgm:pt modelId="{3047EA9B-FC1C-4DAC-8D17-0F4B0AE20992}" type="pres">
      <dgm:prSet presAssocID="{DD2CE415-D22F-4086-85F8-48E1BAB8489F}" presName="diagram" presStyleCnt="0">
        <dgm:presLayoutVars>
          <dgm:dir/>
          <dgm:resizeHandles val="exact"/>
        </dgm:presLayoutVars>
      </dgm:prSet>
      <dgm:spPr/>
    </dgm:pt>
    <dgm:pt modelId="{55F002C4-329B-44F2-AE92-857CFC1848A7}" type="pres">
      <dgm:prSet presAssocID="{C6718E77-EDAB-4341-8F5E-F5105F7DC256}" presName="node" presStyleLbl="node1" presStyleIdx="0" presStyleCnt="6">
        <dgm:presLayoutVars>
          <dgm:bulletEnabled val="1"/>
        </dgm:presLayoutVars>
      </dgm:prSet>
      <dgm:spPr/>
    </dgm:pt>
    <dgm:pt modelId="{47E51866-9573-410A-BEC5-973C96616245}" type="pres">
      <dgm:prSet presAssocID="{0D9B70AA-7C78-421B-AB0A-8FD70138191F}" presName="sibTrans" presStyleCnt="0"/>
      <dgm:spPr/>
    </dgm:pt>
    <dgm:pt modelId="{F10F2531-0550-4892-BD6C-0B793A2AB43C}" type="pres">
      <dgm:prSet presAssocID="{35612528-931D-48A1-A662-1F5C96A1FD04}" presName="node" presStyleLbl="node1" presStyleIdx="1" presStyleCnt="6">
        <dgm:presLayoutVars>
          <dgm:bulletEnabled val="1"/>
        </dgm:presLayoutVars>
      </dgm:prSet>
      <dgm:spPr/>
    </dgm:pt>
    <dgm:pt modelId="{BC42B265-0B66-4547-BB4F-8F031A5CE59D}" type="pres">
      <dgm:prSet presAssocID="{DC43B9F3-5F72-4F43-8A7C-AB192598C2D4}" presName="sibTrans" presStyleCnt="0"/>
      <dgm:spPr/>
    </dgm:pt>
    <dgm:pt modelId="{2B2EE87E-64BD-4FB3-A863-1870B9777829}" type="pres">
      <dgm:prSet presAssocID="{998CDB73-525E-4A23-980B-AA4367983978}" presName="node" presStyleLbl="node1" presStyleIdx="2" presStyleCnt="6">
        <dgm:presLayoutVars>
          <dgm:bulletEnabled val="1"/>
        </dgm:presLayoutVars>
      </dgm:prSet>
      <dgm:spPr/>
    </dgm:pt>
    <dgm:pt modelId="{B563CAD7-C474-4D35-A10E-A3C92E3D93AA}" type="pres">
      <dgm:prSet presAssocID="{B734BE21-001F-4C26-8FFE-47444DC4EE0E}" presName="sibTrans" presStyleCnt="0"/>
      <dgm:spPr/>
    </dgm:pt>
    <dgm:pt modelId="{FB68E1D7-BF89-47FB-907C-B19A9BFBC052}" type="pres">
      <dgm:prSet presAssocID="{610C5D31-AB3C-4EAC-9AED-988D81D9661B}" presName="node" presStyleLbl="node1" presStyleIdx="3" presStyleCnt="6">
        <dgm:presLayoutVars>
          <dgm:bulletEnabled val="1"/>
        </dgm:presLayoutVars>
      </dgm:prSet>
      <dgm:spPr/>
    </dgm:pt>
    <dgm:pt modelId="{29CAA5D7-F1F9-4A85-A975-C91DFE9F64E4}" type="pres">
      <dgm:prSet presAssocID="{829C25A9-923D-441B-90B8-7CB23F1B0768}" presName="sibTrans" presStyleCnt="0"/>
      <dgm:spPr/>
    </dgm:pt>
    <dgm:pt modelId="{E65A449D-430F-4164-AC95-9740277DABE0}" type="pres">
      <dgm:prSet presAssocID="{8517A41C-4CEC-4208-A62D-9605C1994DDC}" presName="node" presStyleLbl="node1" presStyleIdx="4" presStyleCnt="6">
        <dgm:presLayoutVars>
          <dgm:bulletEnabled val="1"/>
        </dgm:presLayoutVars>
      </dgm:prSet>
      <dgm:spPr/>
    </dgm:pt>
    <dgm:pt modelId="{C4B0BC87-C3DF-480E-B5AD-C0188C1EADBE}" type="pres">
      <dgm:prSet presAssocID="{BE41A1C3-C060-46CF-8FAD-C592A1C4D01A}" presName="sibTrans" presStyleCnt="0"/>
      <dgm:spPr/>
    </dgm:pt>
    <dgm:pt modelId="{A402F4BA-C81B-427C-9100-879F2D614980}" type="pres">
      <dgm:prSet presAssocID="{B98EACCC-8D07-4AB3-9E63-3272C06CEE7B}" presName="node" presStyleLbl="node1" presStyleIdx="5" presStyleCnt="6">
        <dgm:presLayoutVars>
          <dgm:bulletEnabled val="1"/>
        </dgm:presLayoutVars>
      </dgm:prSet>
      <dgm:spPr/>
    </dgm:pt>
  </dgm:ptLst>
  <dgm:cxnLst>
    <dgm:cxn modelId="{591B9B21-15D5-4C2F-BAFF-DC9F01331409}" type="presOf" srcId="{DD2CE415-D22F-4086-85F8-48E1BAB8489F}" destId="{3047EA9B-FC1C-4DAC-8D17-0F4B0AE20992}" srcOrd="0" destOrd="0" presId="urn:microsoft.com/office/officeart/2005/8/layout/default"/>
    <dgm:cxn modelId="{4FA5F22B-07E3-4B82-9595-6200E19D7739}" type="presOf" srcId="{C6718E77-EDAB-4341-8F5E-F5105F7DC256}" destId="{55F002C4-329B-44F2-AE92-857CFC1848A7}" srcOrd="0" destOrd="0" presId="urn:microsoft.com/office/officeart/2005/8/layout/default"/>
    <dgm:cxn modelId="{69F0B64D-CA39-4A46-B53B-79E6E283134D}" srcId="{DD2CE415-D22F-4086-85F8-48E1BAB8489F}" destId="{8517A41C-4CEC-4208-A62D-9605C1994DDC}" srcOrd="4" destOrd="0" parTransId="{3F449B5B-2F93-4DD5-B62D-F959F55C39E1}" sibTransId="{BE41A1C3-C060-46CF-8FAD-C592A1C4D01A}"/>
    <dgm:cxn modelId="{EFF14D57-47E3-43A6-89B4-1A4C92B46ABC}" type="presOf" srcId="{B98EACCC-8D07-4AB3-9E63-3272C06CEE7B}" destId="{A402F4BA-C81B-427C-9100-879F2D614980}" srcOrd="0" destOrd="0" presId="urn:microsoft.com/office/officeart/2005/8/layout/default"/>
    <dgm:cxn modelId="{C97B6463-5682-4116-8694-5738527DE5EE}" type="presOf" srcId="{35612528-931D-48A1-A662-1F5C96A1FD04}" destId="{F10F2531-0550-4892-BD6C-0B793A2AB43C}" srcOrd="0" destOrd="0" presId="urn:microsoft.com/office/officeart/2005/8/layout/default"/>
    <dgm:cxn modelId="{D29C8C66-2389-4362-A0F2-8DC9E0BFBA27}" type="presOf" srcId="{610C5D31-AB3C-4EAC-9AED-988D81D9661B}" destId="{FB68E1D7-BF89-47FB-907C-B19A9BFBC052}" srcOrd="0" destOrd="0" presId="urn:microsoft.com/office/officeart/2005/8/layout/default"/>
    <dgm:cxn modelId="{0A55796B-B44B-421E-83EC-21903CFDA263}" srcId="{DD2CE415-D22F-4086-85F8-48E1BAB8489F}" destId="{C6718E77-EDAB-4341-8F5E-F5105F7DC256}" srcOrd="0" destOrd="0" parTransId="{64AA488A-C405-4340-B17B-3137DB0680DA}" sibTransId="{0D9B70AA-7C78-421B-AB0A-8FD70138191F}"/>
    <dgm:cxn modelId="{60FD6E77-0740-4C91-9290-6A76343D5015}" srcId="{DD2CE415-D22F-4086-85F8-48E1BAB8489F}" destId="{610C5D31-AB3C-4EAC-9AED-988D81D9661B}" srcOrd="3" destOrd="0" parTransId="{B93D4976-2499-4D2A-B0DC-340D8A71D6A5}" sibTransId="{829C25A9-923D-441B-90B8-7CB23F1B0768}"/>
    <dgm:cxn modelId="{6D116E91-88C5-4164-AE82-1059487AF2C0}" srcId="{DD2CE415-D22F-4086-85F8-48E1BAB8489F}" destId="{B98EACCC-8D07-4AB3-9E63-3272C06CEE7B}" srcOrd="5" destOrd="0" parTransId="{5D693FFE-2C2F-41B2-BEDA-C414E39E2FA0}" sibTransId="{5EB84913-1456-4DE1-A5FE-CFE69C5E7BB9}"/>
    <dgm:cxn modelId="{84C43CB0-3345-4DA3-8354-6A4FEFC40BCE}" type="presOf" srcId="{8517A41C-4CEC-4208-A62D-9605C1994DDC}" destId="{E65A449D-430F-4164-AC95-9740277DABE0}" srcOrd="0" destOrd="0" presId="urn:microsoft.com/office/officeart/2005/8/layout/default"/>
    <dgm:cxn modelId="{7AD65EE7-82A1-4C80-B27F-81FAA27FDE6E}" srcId="{DD2CE415-D22F-4086-85F8-48E1BAB8489F}" destId="{35612528-931D-48A1-A662-1F5C96A1FD04}" srcOrd="1" destOrd="0" parTransId="{667E813A-9725-40E0-A296-76AB845605F3}" sibTransId="{DC43B9F3-5F72-4F43-8A7C-AB192598C2D4}"/>
    <dgm:cxn modelId="{587AEDE9-EAB0-4A08-81FE-D76B60EF695C}" srcId="{DD2CE415-D22F-4086-85F8-48E1BAB8489F}" destId="{998CDB73-525E-4A23-980B-AA4367983978}" srcOrd="2" destOrd="0" parTransId="{54BD7603-83B4-4280-B271-805637085087}" sibTransId="{B734BE21-001F-4C26-8FFE-47444DC4EE0E}"/>
    <dgm:cxn modelId="{67CE22F5-9C70-4AC2-9218-CD03C0F31825}" type="presOf" srcId="{998CDB73-525E-4A23-980B-AA4367983978}" destId="{2B2EE87E-64BD-4FB3-A863-1870B9777829}" srcOrd="0" destOrd="0" presId="urn:microsoft.com/office/officeart/2005/8/layout/default"/>
    <dgm:cxn modelId="{D353FB7C-3164-46D7-ADF7-9DCD9FD0CB06}" type="presParOf" srcId="{3047EA9B-FC1C-4DAC-8D17-0F4B0AE20992}" destId="{55F002C4-329B-44F2-AE92-857CFC1848A7}" srcOrd="0" destOrd="0" presId="urn:microsoft.com/office/officeart/2005/8/layout/default"/>
    <dgm:cxn modelId="{92BCDF4D-29B6-4CD0-B61A-C7CDE2CD63E4}" type="presParOf" srcId="{3047EA9B-FC1C-4DAC-8D17-0F4B0AE20992}" destId="{47E51866-9573-410A-BEC5-973C96616245}" srcOrd="1" destOrd="0" presId="urn:microsoft.com/office/officeart/2005/8/layout/default"/>
    <dgm:cxn modelId="{D256CE66-CB30-4AE3-8519-A70AF7086D35}" type="presParOf" srcId="{3047EA9B-FC1C-4DAC-8D17-0F4B0AE20992}" destId="{F10F2531-0550-4892-BD6C-0B793A2AB43C}" srcOrd="2" destOrd="0" presId="urn:microsoft.com/office/officeart/2005/8/layout/default"/>
    <dgm:cxn modelId="{F0DF9184-CA20-40EA-A48E-FECA7019A6DF}" type="presParOf" srcId="{3047EA9B-FC1C-4DAC-8D17-0F4B0AE20992}" destId="{BC42B265-0B66-4547-BB4F-8F031A5CE59D}" srcOrd="3" destOrd="0" presId="urn:microsoft.com/office/officeart/2005/8/layout/default"/>
    <dgm:cxn modelId="{3D602252-31E0-45A0-B15C-FFDF3DF8B006}" type="presParOf" srcId="{3047EA9B-FC1C-4DAC-8D17-0F4B0AE20992}" destId="{2B2EE87E-64BD-4FB3-A863-1870B9777829}" srcOrd="4" destOrd="0" presId="urn:microsoft.com/office/officeart/2005/8/layout/default"/>
    <dgm:cxn modelId="{80F24EB2-6465-4198-86A9-5D46724B4879}" type="presParOf" srcId="{3047EA9B-FC1C-4DAC-8D17-0F4B0AE20992}" destId="{B563CAD7-C474-4D35-A10E-A3C92E3D93AA}" srcOrd="5" destOrd="0" presId="urn:microsoft.com/office/officeart/2005/8/layout/default"/>
    <dgm:cxn modelId="{68D17A24-A79F-4F6D-ACF7-F6A978919C07}" type="presParOf" srcId="{3047EA9B-FC1C-4DAC-8D17-0F4B0AE20992}" destId="{FB68E1D7-BF89-47FB-907C-B19A9BFBC052}" srcOrd="6" destOrd="0" presId="urn:microsoft.com/office/officeart/2005/8/layout/default"/>
    <dgm:cxn modelId="{4667181E-D8EA-43C3-AA7A-B0D42302987F}" type="presParOf" srcId="{3047EA9B-FC1C-4DAC-8D17-0F4B0AE20992}" destId="{29CAA5D7-F1F9-4A85-A975-C91DFE9F64E4}" srcOrd="7" destOrd="0" presId="urn:microsoft.com/office/officeart/2005/8/layout/default"/>
    <dgm:cxn modelId="{FAA1C812-C15F-405F-AA88-C888689DB2F8}" type="presParOf" srcId="{3047EA9B-FC1C-4DAC-8D17-0F4B0AE20992}" destId="{E65A449D-430F-4164-AC95-9740277DABE0}" srcOrd="8" destOrd="0" presId="urn:microsoft.com/office/officeart/2005/8/layout/default"/>
    <dgm:cxn modelId="{CBD65037-E613-41D7-A6B3-D9D2F76F9CD9}" type="presParOf" srcId="{3047EA9B-FC1C-4DAC-8D17-0F4B0AE20992}" destId="{C4B0BC87-C3DF-480E-B5AD-C0188C1EADBE}" srcOrd="9" destOrd="0" presId="urn:microsoft.com/office/officeart/2005/8/layout/default"/>
    <dgm:cxn modelId="{97E650CA-6EE5-47DF-9727-56D3EA642987}" type="presParOf" srcId="{3047EA9B-FC1C-4DAC-8D17-0F4B0AE20992}" destId="{A402F4BA-C81B-427C-9100-879F2D614980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07D66D8-313D-4F31-AD09-B31C6FB744A9}" type="doc">
      <dgm:prSet loTypeId="urn:microsoft.com/office/officeart/2005/8/layout/hierarchy1" loCatId="hierarchy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6862EC39-C5AA-443C-AB4F-5279ABD20F55}">
      <dgm:prSet/>
      <dgm:spPr/>
      <dgm:t>
        <a:bodyPr/>
        <a:lstStyle/>
        <a:p>
          <a:r>
            <a:rPr lang="en-GB"/>
            <a:t>Achieving stable SDR representations.</a:t>
          </a:r>
          <a:endParaRPr lang="en-US"/>
        </a:p>
      </dgm:t>
    </dgm:pt>
    <dgm:pt modelId="{A851AB6C-11EC-46AE-85E6-BD37178DFCC0}" type="parTrans" cxnId="{42E58E75-C337-41ED-AB74-3ED2D914A3F8}">
      <dgm:prSet/>
      <dgm:spPr/>
      <dgm:t>
        <a:bodyPr/>
        <a:lstStyle/>
        <a:p>
          <a:endParaRPr lang="en-US"/>
        </a:p>
      </dgm:t>
    </dgm:pt>
    <dgm:pt modelId="{51249A0A-9BB2-442E-A35E-5ED8E3BD83BA}" type="sibTrans" cxnId="{42E58E75-C337-41ED-AB74-3ED2D914A3F8}">
      <dgm:prSet/>
      <dgm:spPr/>
      <dgm:t>
        <a:bodyPr/>
        <a:lstStyle/>
        <a:p>
          <a:endParaRPr lang="en-US"/>
        </a:p>
      </dgm:t>
    </dgm:pt>
    <dgm:pt modelId="{299898F0-D1CC-4915-AB18-F75300A576F4}">
      <dgm:prSet/>
      <dgm:spPr/>
      <dgm:t>
        <a:bodyPr/>
        <a:lstStyle/>
        <a:p>
          <a:r>
            <a:rPr lang="en-GB"/>
            <a:t>Differences in classifier performance for various data distributions.</a:t>
          </a:r>
          <a:endParaRPr lang="en-US"/>
        </a:p>
      </dgm:t>
    </dgm:pt>
    <dgm:pt modelId="{CF10AEA5-531C-448A-AB39-57C3A608B7C4}" type="parTrans" cxnId="{CE600A8E-3AD7-458F-8D24-ABF25ADB5B18}">
      <dgm:prSet/>
      <dgm:spPr/>
      <dgm:t>
        <a:bodyPr/>
        <a:lstStyle/>
        <a:p>
          <a:endParaRPr lang="en-US"/>
        </a:p>
      </dgm:t>
    </dgm:pt>
    <dgm:pt modelId="{4E130675-4224-408C-89CA-49FDF3D4EC61}" type="sibTrans" cxnId="{CE600A8E-3AD7-458F-8D24-ABF25ADB5B18}">
      <dgm:prSet/>
      <dgm:spPr/>
      <dgm:t>
        <a:bodyPr/>
        <a:lstStyle/>
        <a:p>
          <a:endParaRPr lang="en-US"/>
        </a:p>
      </dgm:t>
    </dgm:pt>
    <dgm:pt modelId="{75AF6962-2652-44AF-96B2-62EA0BA04222}">
      <dgm:prSet/>
      <dgm:spPr/>
      <dgm:t>
        <a:bodyPr/>
        <a:lstStyle/>
        <a:p>
          <a:r>
            <a:rPr lang="en-GB"/>
            <a:t>Computational cost of HTM vs. KNN.</a:t>
          </a:r>
          <a:endParaRPr lang="en-US"/>
        </a:p>
      </dgm:t>
    </dgm:pt>
    <dgm:pt modelId="{605C7A20-EDCB-4A81-9102-2F76454BFB9F}" type="parTrans" cxnId="{45A37613-782E-4085-9813-F9A2BB04814F}">
      <dgm:prSet/>
      <dgm:spPr/>
      <dgm:t>
        <a:bodyPr/>
        <a:lstStyle/>
        <a:p>
          <a:endParaRPr lang="en-US"/>
        </a:p>
      </dgm:t>
    </dgm:pt>
    <dgm:pt modelId="{936D7F86-DA59-40C0-A485-5FE758310207}" type="sibTrans" cxnId="{45A37613-782E-4085-9813-F9A2BB04814F}">
      <dgm:prSet/>
      <dgm:spPr/>
      <dgm:t>
        <a:bodyPr/>
        <a:lstStyle/>
        <a:p>
          <a:endParaRPr lang="en-US"/>
        </a:p>
      </dgm:t>
    </dgm:pt>
    <dgm:pt modelId="{FE003E7C-2A2D-43F3-BA82-BC4DD5E232F5}" type="pres">
      <dgm:prSet presAssocID="{B07D66D8-313D-4F31-AD09-B31C6FB744A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A93133B-927F-4BEC-BA69-5D0C9FC79532}" type="pres">
      <dgm:prSet presAssocID="{6862EC39-C5AA-443C-AB4F-5279ABD20F55}" presName="hierRoot1" presStyleCnt="0"/>
      <dgm:spPr/>
    </dgm:pt>
    <dgm:pt modelId="{4C4498A3-1102-495A-8885-341E9FB1BA09}" type="pres">
      <dgm:prSet presAssocID="{6862EC39-C5AA-443C-AB4F-5279ABD20F55}" presName="composite" presStyleCnt="0"/>
      <dgm:spPr/>
    </dgm:pt>
    <dgm:pt modelId="{965E923E-1978-4D77-AF64-7F86A252BD57}" type="pres">
      <dgm:prSet presAssocID="{6862EC39-C5AA-443C-AB4F-5279ABD20F55}" presName="background" presStyleLbl="node0" presStyleIdx="0" presStyleCnt="3"/>
      <dgm:spPr/>
    </dgm:pt>
    <dgm:pt modelId="{656247D7-D55C-4A15-8E9F-C0AF2FA04164}" type="pres">
      <dgm:prSet presAssocID="{6862EC39-C5AA-443C-AB4F-5279ABD20F55}" presName="text" presStyleLbl="fgAcc0" presStyleIdx="0" presStyleCnt="3">
        <dgm:presLayoutVars>
          <dgm:chPref val="3"/>
        </dgm:presLayoutVars>
      </dgm:prSet>
      <dgm:spPr/>
    </dgm:pt>
    <dgm:pt modelId="{9AF2F786-39A0-4C61-9E8D-57F14FC45743}" type="pres">
      <dgm:prSet presAssocID="{6862EC39-C5AA-443C-AB4F-5279ABD20F55}" presName="hierChild2" presStyleCnt="0"/>
      <dgm:spPr/>
    </dgm:pt>
    <dgm:pt modelId="{35510D12-FEFB-476F-9D34-1C9F312D50C9}" type="pres">
      <dgm:prSet presAssocID="{299898F0-D1CC-4915-AB18-F75300A576F4}" presName="hierRoot1" presStyleCnt="0"/>
      <dgm:spPr/>
    </dgm:pt>
    <dgm:pt modelId="{B315ADEB-19E2-4FAC-B801-6147AF639BC3}" type="pres">
      <dgm:prSet presAssocID="{299898F0-D1CC-4915-AB18-F75300A576F4}" presName="composite" presStyleCnt="0"/>
      <dgm:spPr/>
    </dgm:pt>
    <dgm:pt modelId="{5856B0F7-B81C-429D-A77B-395276AE9932}" type="pres">
      <dgm:prSet presAssocID="{299898F0-D1CC-4915-AB18-F75300A576F4}" presName="background" presStyleLbl="node0" presStyleIdx="1" presStyleCnt="3"/>
      <dgm:spPr/>
    </dgm:pt>
    <dgm:pt modelId="{89DCFE0D-FF1C-4B6B-ADEE-7215A8165F9C}" type="pres">
      <dgm:prSet presAssocID="{299898F0-D1CC-4915-AB18-F75300A576F4}" presName="text" presStyleLbl="fgAcc0" presStyleIdx="1" presStyleCnt="3">
        <dgm:presLayoutVars>
          <dgm:chPref val="3"/>
        </dgm:presLayoutVars>
      </dgm:prSet>
      <dgm:spPr/>
    </dgm:pt>
    <dgm:pt modelId="{EB9D9D91-7619-4E08-A809-0F46B98FE25D}" type="pres">
      <dgm:prSet presAssocID="{299898F0-D1CC-4915-AB18-F75300A576F4}" presName="hierChild2" presStyleCnt="0"/>
      <dgm:spPr/>
    </dgm:pt>
    <dgm:pt modelId="{F536EA5D-E56F-447D-92F3-02CE77B64130}" type="pres">
      <dgm:prSet presAssocID="{75AF6962-2652-44AF-96B2-62EA0BA04222}" presName="hierRoot1" presStyleCnt="0"/>
      <dgm:spPr/>
    </dgm:pt>
    <dgm:pt modelId="{C83B4A75-190B-4745-A3A7-31CEE748B3CB}" type="pres">
      <dgm:prSet presAssocID="{75AF6962-2652-44AF-96B2-62EA0BA04222}" presName="composite" presStyleCnt="0"/>
      <dgm:spPr/>
    </dgm:pt>
    <dgm:pt modelId="{4D85C4FD-F7D3-4401-A41A-1C5F7378827B}" type="pres">
      <dgm:prSet presAssocID="{75AF6962-2652-44AF-96B2-62EA0BA04222}" presName="background" presStyleLbl="node0" presStyleIdx="2" presStyleCnt="3"/>
      <dgm:spPr/>
    </dgm:pt>
    <dgm:pt modelId="{CF0A9232-80DA-4D4E-851D-11D1134739E5}" type="pres">
      <dgm:prSet presAssocID="{75AF6962-2652-44AF-96B2-62EA0BA04222}" presName="text" presStyleLbl="fgAcc0" presStyleIdx="2" presStyleCnt="3">
        <dgm:presLayoutVars>
          <dgm:chPref val="3"/>
        </dgm:presLayoutVars>
      </dgm:prSet>
      <dgm:spPr/>
    </dgm:pt>
    <dgm:pt modelId="{F8435F1C-1E24-41E7-91FE-FBCEBE120AA6}" type="pres">
      <dgm:prSet presAssocID="{75AF6962-2652-44AF-96B2-62EA0BA04222}" presName="hierChild2" presStyleCnt="0"/>
      <dgm:spPr/>
    </dgm:pt>
  </dgm:ptLst>
  <dgm:cxnLst>
    <dgm:cxn modelId="{34690C12-4135-44A9-8FBA-F6E1CA68438D}" type="presOf" srcId="{299898F0-D1CC-4915-AB18-F75300A576F4}" destId="{89DCFE0D-FF1C-4B6B-ADEE-7215A8165F9C}" srcOrd="0" destOrd="0" presId="urn:microsoft.com/office/officeart/2005/8/layout/hierarchy1"/>
    <dgm:cxn modelId="{45A37613-782E-4085-9813-F9A2BB04814F}" srcId="{B07D66D8-313D-4F31-AD09-B31C6FB744A9}" destId="{75AF6962-2652-44AF-96B2-62EA0BA04222}" srcOrd="2" destOrd="0" parTransId="{605C7A20-EDCB-4A81-9102-2F76454BFB9F}" sibTransId="{936D7F86-DA59-40C0-A485-5FE758310207}"/>
    <dgm:cxn modelId="{94428A71-F143-40CD-92F5-F16199DB5B22}" type="presOf" srcId="{6862EC39-C5AA-443C-AB4F-5279ABD20F55}" destId="{656247D7-D55C-4A15-8E9F-C0AF2FA04164}" srcOrd="0" destOrd="0" presId="urn:microsoft.com/office/officeart/2005/8/layout/hierarchy1"/>
    <dgm:cxn modelId="{42E58E75-C337-41ED-AB74-3ED2D914A3F8}" srcId="{B07D66D8-313D-4F31-AD09-B31C6FB744A9}" destId="{6862EC39-C5AA-443C-AB4F-5279ABD20F55}" srcOrd="0" destOrd="0" parTransId="{A851AB6C-11EC-46AE-85E6-BD37178DFCC0}" sibTransId="{51249A0A-9BB2-442E-A35E-5ED8E3BD83BA}"/>
    <dgm:cxn modelId="{CE600A8E-3AD7-458F-8D24-ABF25ADB5B18}" srcId="{B07D66D8-313D-4F31-AD09-B31C6FB744A9}" destId="{299898F0-D1CC-4915-AB18-F75300A576F4}" srcOrd="1" destOrd="0" parTransId="{CF10AEA5-531C-448A-AB39-57C3A608B7C4}" sibTransId="{4E130675-4224-408C-89CA-49FDF3D4EC61}"/>
    <dgm:cxn modelId="{35FD1CA7-149A-442D-B413-05394C8A7B53}" type="presOf" srcId="{B07D66D8-313D-4F31-AD09-B31C6FB744A9}" destId="{FE003E7C-2A2D-43F3-BA82-BC4DD5E232F5}" srcOrd="0" destOrd="0" presId="urn:microsoft.com/office/officeart/2005/8/layout/hierarchy1"/>
    <dgm:cxn modelId="{A48B17B1-EAA7-47C4-B940-C8EEF1158946}" type="presOf" srcId="{75AF6962-2652-44AF-96B2-62EA0BA04222}" destId="{CF0A9232-80DA-4D4E-851D-11D1134739E5}" srcOrd="0" destOrd="0" presId="urn:microsoft.com/office/officeart/2005/8/layout/hierarchy1"/>
    <dgm:cxn modelId="{04C495CF-D95A-4DE5-9E89-8E44FE476C67}" type="presParOf" srcId="{FE003E7C-2A2D-43F3-BA82-BC4DD5E232F5}" destId="{AA93133B-927F-4BEC-BA69-5D0C9FC79532}" srcOrd="0" destOrd="0" presId="urn:microsoft.com/office/officeart/2005/8/layout/hierarchy1"/>
    <dgm:cxn modelId="{30B7D4CA-306C-4E69-A2E4-65EA80B80DFC}" type="presParOf" srcId="{AA93133B-927F-4BEC-BA69-5D0C9FC79532}" destId="{4C4498A3-1102-495A-8885-341E9FB1BA09}" srcOrd="0" destOrd="0" presId="urn:microsoft.com/office/officeart/2005/8/layout/hierarchy1"/>
    <dgm:cxn modelId="{D4AB6479-B5A9-4689-AA5B-70540AC3B331}" type="presParOf" srcId="{4C4498A3-1102-495A-8885-341E9FB1BA09}" destId="{965E923E-1978-4D77-AF64-7F86A252BD57}" srcOrd="0" destOrd="0" presId="urn:microsoft.com/office/officeart/2005/8/layout/hierarchy1"/>
    <dgm:cxn modelId="{26D9DED5-9975-4B51-AD7C-4658D0AE86CD}" type="presParOf" srcId="{4C4498A3-1102-495A-8885-341E9FB1BA09}" destId="{656247D7-D55C-4A15-8E9F-C0AF2FA04164}" srcOrd="1" destOrd="0" presId="urn:microsoft.com/office/officeart/2005/8/layout/hierarchy1"/>
    <dgm:cxn modelId="{4D4AA011-64CD-4757-867A-7ED99EB51FE4}" type="presParOf" srcId="{AA93133B-927F-4BEC-BA69-5D0C9FC79532}" destId="{9AF2F786-39A0-4C61-9E8D-57F14FC45743}" srcOrd="1" destOrd="0" presId="urn:microsoft.com/office/officeart/2005/8/layout/hierarchy1"/>
    <dgm:cxn modelId="{6853F0DC-C610-492C-B8EF-9AB234762808}" type="presParOf" srcId="{FE003E7C-2A2D-43F3-BA82-BC4DD5E232F5}" destId="{35510D12-FEFB-476F-9D34-1C9F312D50C9}" srcOrd="1" destOrd="0" presId="urn:microsoft.com/office/officeart/2005/8/layout/hierarchy1"/>
    <dgm:cxn modelId="{D6D67A68-0286-4499-9384-6732A821A2AE}" type="presParOf" srcId="{35510D12-FEFB-476F-9D34-1C9F312D50C9}" destId="{B315ADEB-19E2-4FAC-B801-6147AF639BC3}" srcOrd="0" destOrd="0" presId="urn:microsoft.com/office/officeart/2005/8/layout/hierarchy1"/>
    <dgm:cxn modelId="{5C038B57-BF88-40EE-ACBF-AEE98A52BB63}" type="presParOf" srcId="{B315ADEB-19E2-4FAC-B801-6147AF639BC3}" destId="{5856B0F7-B81C-429D-A77B-395276AE9932}" srcOrd="0" destOrd="0" presId="urn:microsoft.com/office/officeart/2005/8/layout/hierarchy1"/>
    <dgm:cxn modelId="{7D1B4A09-69B9-4AE8-8413-23A32A8E5799}" type="presParOf" srcId="{B315ADEB-19E2-4FAC-B801-6147AF639BC3}" destId="{89DCFE0D-FF1C-4B6B-ADEE-7215A8165F9C}" srcOrd="1" destOrd="0" presId="urn:microsoft.com/office/officeart/2005/8/layout/hierarchy1"/>
    <dgm:cxn modelId="{A9B0FAE2-E073-4129-AE98-4A3DF1FE4EA1}" type="presParOf" srcId="{35510D12-FEFB-476F-9D34-1C9F312D50C9}" destId="{EB9D9D91-7619-4E08-A809-0F46B98FE25D}" srcOrd="1" destOrd="0" presId="urn:microsoft.com/office/officeart/2005/8/layout/hierarchy1"/>
    <dgm:cxn modelId="{F20B0390-740A-4623-899F-1729B8999984}" type="presParOf" srcId="{FE003E7C-2A2D-43F3-BA82-BC4DD5E232F5}" destId="{F536EA5D-E56F-447D-92F3-02CE77B64130}" srcOrd="2" destOrd="0" presId="urn:microsoft.com/office/officeart/2005/8/layout/hierarchy1"/>
    <dgm:cxn modelId="{D3C78CC4-B7FE-4442-B502-A605513A36D0}" type="presParOf" srcId="{F536EA5D-E56F-447D-92F3-02CE77B64130}" destId="{C83B4A75-190B-4745-A3A7-31CEE748B3CB}" srcOrd="0" destOrd="0" presId="urn:microsoft.com/office/officeart/2005/8/layout/hierarchy1"/>
    <dgm:cxn modelId="{B21906D9-57CA-4999-B25F-B0ABC35F4A28}" type="presParOf" srcId="{C83B4A75-190B-4745-A3A7-31CEE748B3CB}" destId="{4D85C4FD-F7D3-4401-A41A-1C5F7378827B}" srcOrd="0" destOrd="0" presId="urn:microsoft.com/office/officeart/2005/8/layout/hierarchy1"/>
    <dgm:cxn modelId="{7DD9632B-DFDE-4400-9506-F37A31079E57}" type="presParOf" srcId="{C83B4A75-190B-4745-A3A7-31CEE748B3CB}" destId="{CF0A9232-80DA-4D4E-851D-11D1134739E5}" srcOrd="1" destOrd="0" presId="urn:microsoft.com/office/officeart/2005/8/layout/hierarchy1"/>
    <dgm:cxn modelId="{0BD5EB1C-D319-42A9-AB32-5CCAB48A2626}" type="presParOf" srcId="{F536EA5D-E56F-447D-92F3-02CE77B64130}" destId="{F8435F1C-1E24-41E7-91FE-FBCEBE120AA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8B57EEB-A6BE-479F-BD9F-106B24A6939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A69EBDF-028D-4D12-BDC5-F4A00189791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Successfully reconstructed inputs using HTM and KNN.</a:t>
          </a:r>
          <a:endParaRPr lang="en-US"/>
        </a:p>
      </dgm:t>
    </dgm:pt>
    <dgm:pt modelId="{5C80A2C8-2128-4E3F-95A8-81F6E48070AA}" type="parTrans" cxnId="{DB3C6ED0-9A5D-444A-AF66-C55D457F95BE}">
      <dgm:prSet/>
      <dgm:spPr/>
      <dgm:t>
        <a:bodyPr/>
        <a:lstStyle/>
        <a:p>
          <a:endParaRPr lang="en-US"/>
        </a:p>
      </dgm:t>
    </dgm:pt>
    <dgm:pt modelId="{6259C5CC-20FE-4057-8313-6CF0D4FDDA2C}" type="sibTrans" cxnId="{DB3C6ED0-9A5D-444A-AF66-C55D457F95BE}">
      <dgm:prSet/>
      <dgm:spPr/>
      <dgm:t>
        <a:bodyPr/>
        <a:lstStyle/>
        <a:p>
          <a:endParaRPr lang="en-US"/>
        </a:p>
      </dgm:t>
    </dgm:pt>
    <dgm:pt modelId="{0C082359-04F8-4847-B9DC-428963DA529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HTM excels in pattern learning, while KNN is effective for lookup-based classification.</a:t>
          </a:r>
          <a:endParaRPr lang="en-US"/>
        </a:p>
      </dgm:t>
    </dgm:pt>
    <dgm:pt modelId="{3654BEF7-50BD-4034-AD70-979A36CED1CC}" type="parTrans" cxnId="{14D1D612-565F-4B20-B0FC-D876A980EB04}">
      <dgm:prSet/>
      <dgm:spPr/>
      <dgm:t>
        <a:bodyPr/>
        <a:lstStyle/>
        <a:p>
          <a:endParaRPr lang="en-US"/>
        </a:p>
      </dgm:t>
    </dgm:pt>
    <dgm:pt modelId="{DE608B64-9A7D-4E71-AE6C-308989B275D2}" type="sibTrans" cxnId="{14D1D612-565F-4B20-B0FC-D876A980EB04}">
      <dgm:prSet/>
      <dgm:spPr/>
      <dgm:t>
        <a:bodyPr/>
        <a:lstStyle/>
        <a:p>
          <a:endParaRPr lang="en-US"/>
        </a:p>
      </dgm:t>
    </dgm:pt>
    <dgm:pt modelId="{E0014A74-06A3-43C3-AC22-7D7A8358981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Future improvements could enhance accuracy and computational efficiency.</a:t>
          </a:r>
          <a:endParaRPr lang="en-US"/>
        </a:p>
      </dgm:t>
    </dgm:pt>
    <dgm:pt modelId="{BCAE5936-B6DB-4983-BA5E-A9EB01FFC785}" type="parTrans" cxnId="{8EFC7CBA-C8E2-4042-BBD4-9AB39610EC64}">
      <dgm:prSet/>
      <dgm:spPr/>
      <dgm:t>
        <a:bodyPr/>
        <a:lstStyle/>
        <a:p>
          <a:endParaRPr lang="en-US"/>
        </a:p>
      </dgm:t>
    </dgm:pt>
    <dgm:pt modelId="{EC357DC3-2180-4E21-B624-D927C5AED05F}" type="sibTrans" cxnId="{8EFC7CBA-C8E2-4042-BBD4-9AB39610EC64}">
      <dgm:prSet/>
      <dgm:spPr/>
      <dgm:t>
        <a:bodyPr/>
        <a:lstStyle/>
        <a:p>
          <a:endParaRPr lang="en-US"/>
        </a:p>
      </dgm:t>
    </dgm:pt>
    <dgm:pt modelId="{981CD51A-F3DB-4B1C-A5F4-399CF8491F0C}" type="pres">
      <dgm:prSet presAssocID="{38B57EEB-A6BE-479F-BD9F-106B24A69395}" presName="root" presStyleCnt="0">
        <dgm:presLayoutVars>
          <dgm:dir/>
          <dgm:resizeHandles val="exact"/>
        </dgm:presLayoutVars>
      </dgm:prSet>
      <dgm:spPr/>
    </dgm:pt>
    <dgm:pt modelId="{39FAD17D-BD10-4593-B43A-A00BA3262730}" type="pres">
      <dgm:prSet presAssocID="{3A69EBDF-028D-4D12-BDC5-F4A00189791A}" presName="compNode" presStyleCnt="0"/>
      <dgm:spPr/>
    </dgm:pt>
    <dgm:pt modelId="{D29D59FF-5BFB-4C85-BBFE-D79E2C8FFD7E}" type="pres">
      <dgm:prSet presAssocID="{3A69EBDF-028D-4D12-BDC5-F4A00189791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eworks"/>
        </a:ext>
      </dgm:extLst>
    </dgm:pt>
    <dgm:pt modelId="{D2163D9F-34EB-41FC-B6FC-4E8290E19B37}" type="pres">
      <dgm:prSet presAssocID="{3A69EBDF-028D-4D12-BDC5-F4A00189791A}" presName="spaceRect" presStyleCnt="0"/>
      <dgm:spPr/>
    </dgm:pt>
    <dgm:pt modelId="{C0DDCF44-3B62-44F8-8B33-94EE9DC81EDB}" type="pres">
      <dgm:prSet presAssocID="{3A69EBDF-028D-4D12-BDC5-F4A00189791A}" presName="textRect" presStyleLbl="revTx" presStyleIdx="0" presStyleCnt="3">
        <dgm:presLayoutVars>
          <dgm:chMax val="1"/>
          <dgm:chPref val="1"/>
        </dgm:presLayoutVars>
      </dgm:prSet>
      <dgm:spPr/>
    </dgm:pt>
    <dgm:pt modelId="{F218D120-88F5-486A-B507-43115DE4D36F}" type="pres">
      <dgm:prSet presAssocID="{6259C5CC-20FE-4057-8313-6CF0D4FDDA2C}" presName="sibTrans" presStyleCnt="0"/>
      <dgm:spPr/>
    </dgm:pt>
    <dgm:pt modelId="{A85F4AF1-158B-485E-867D-47F93387F255}" type="pres">
      <dgm:prSet presAssocID="{0C082359-04F8-4847-B9DC-428963DA5299}" presName="compNode" presStyleCnt="0"/>
      <dgm:spPr/>
    </dgm:pt>
    <dgm:pt modelId="{4F0B10C1-525C-4E8A-819C-5C1B4F7B8C33}" type="pres">
      <dgm:prSet presAssocID="{0C082359-04F8-4847-B9DC-428963DA529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45B4BF8E-CC8A-4589-8CA8-4D4D8C7FADEA}" type="pres">
      <dgm:prSet presAssocID="{0C082359-04F8-4847-B9DC-428963DA5299}" presName="spaceRect" presStyleCnt="0"/>
      <dgm:spPr/>
    </dgm:pt>
    <dgm:pt modelId="{6A96638C-7D10-4416-BB89-C568C9EDE50B}" type="pres">
      <dgm:prSet presAssocID="{0C082359-04F8-4847-B9DC-428963DA5299}" presName="textRect" presStyleLbl="revTx" presStyleIdx="1" presStyleCnt="3">
        <dgm:presLayoutVars>
          <dgm:chMax val="1"/>
          <dgm:chPref val="1"/>
        </dgm:presLayoutVars>
      </dgm:prSet>
      <dgm:spPr/>
    </dgm:pt>
    <dgm:pt modelId="{4F875906-0F7E-4740-9C59-3A2917694673}" type="pres">
      <dgm:prSet presAssocID="{DE608B64-9A7D-4E71-AE6C-308989B275D2}" presName="sibTrans" presStyleCnt="0"/>
      <dgm:spPr/>
    </dgm:pt>
    <dgm:pt modelId="{D971821E-DEC1-42BD-9298-4A7D99ED5156}" type="pres">
      <dgm:prSet presAssocID="{E0014A74-06A3-43C3-AC22-7D7A8358981D}" presName="compNode" presStyleCnt="0"/>
      <dgm:spPr/>
    </dgm:pt>
    <dgm:pt modelId="{C5DE0A14-3E3E-40A4-BB5A-A47292A44407}" type="pres">
      <dgm:prSet presAssocID="{E0014A74-06A3-43C3-AC22-7D7A8358981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CDF49131-00FC-4166-B2F4-E027455B4D0C}" type="pres">
      <dgm:prSet presAssocID="{E0014A74-06A3-43C3-AC22-7D7A8358981D}" presName="spaceRect" presStyleCnt="0"/>
      <dgm:spPr/>
    </dgm:pt>
    <dgm:pt modelId="{12C4F5A1-CF54-4E7F-9916-68D22628FC87}" type="pres">
      <dgm:prSet presAssocID="{E0014A74-06A3-43C3-AC22-7D7A8358981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4D1D612-565F-4B20-B0FC-D876A980EB04}" srcId="{38B57EEB-A6BE-479F-BD9F-106B24A69395}" destId="{0C082359-04F8-4847-B9DC-428963DA5299}" srcOrd="1" destOrd="0" parTransId="{3654BEF7-50BD-4034-AD70-979A36CED1CC}" sibTransId="{DE608B64-9A7D-4E71-AE6C-308989B275D2}"/>
    <dgm:cxn modelId="{D22D4C6B-0B34-4351-B3A8-3D6358C47831}" type="presOf" srcId="{E0014A74-06A3-43C3-AC22-7D7A8358981D}" destId="{12C4F5A1-CF54-4E7F-9916-68D22628FC87}" srcOrd="0" destOrd="0" presId="urn:microsoft.com/office/officeart/2018/2/layout/IconLabelList"/>
    <dgm:cxn modelId="{C9A4238A-469A-4308-B725-0C409F72BE95}" type="presOf" srcId="{0C082359-04F8-4847-B9DC-428963DA5299}" destId="{6A96638C-7D10-4416-BB89-C568C9EDE50B}" srcOrd="0" destOrd="0" presId="urn:microsoft.com/office/officeart/2018/2/layout/IconLabelList"/>
    <dgm:cxn modelId="{8EFC7CBA-C8E2-4042-BBD4-9AB39610EC64}" srcId="{38B57EEB-A6BE-479F-BD9F-106B24A69395}" destId="{E0014A74-06A3-43C3-AC22-7D7A8358981D}" srcOrd="2" destOrd="0" parTransId="{BCAE5936-B6DB-4983-BA5E-A9EB01FFC785}" sibTransId="{EC357DC3-2180-4E21-B624-D927C5AED05F}"/>
    <dgm:cxn modelId="{84CAF5BA-E1CA-444A-BFAC-96918BECE6EA}" type="presOf" srcId="{38B57EEB-A6BE-479F-BD9F-106B24A69395}" destId="{981CD51A-F3DB-4B1C-A5F4-399CF8491F0C}" srcOrd="0" destOrd="0" presId="urn:microsoft.com/office/officeart/2018/2/layout/IconLabelList"/>
    <dgm:cxn modelId="{DB3C6ED0-9A5D-444A-AF66-C55D457F95BE}" srcId="{38B57EEB-A6BE-479F-BD9F-106B24A69395}" destId="{3A69EBDF-028D-4D12-BDC5-F4A00189791A}" srcOrd="0" destOrd="0" parTransId="{5C80A2C8-2128-4E3F-95A8-81F6E48070AA}" sibTransId="{6259C5CC-20FE-4057-8313-6CF0D4FDDA2C}"/>
    <dgm:cxn modelId="{41D3E3EB-39EF-4FC8-99CE-085860E4F9AC}" type="presOf" srcId="{3A69EBDF-028D-4D12-BDC5-F4A00189791A}" destId="{C0DDCF44-3B62-44F8-8B33-94EE9DC81EDB}" srcOrd="0" destOrd="0" presId="urn:microsoft.com/office/officeart/2018/2/layout/IconLabelList"/>
    <dgm:cxn modelId="{06469C4D-C6CF-4C52-B2E0-D0623CCD06CE}" type="presParOf" srcId="{981CD51A-F3DB-4B1C-A5F4-399CF8491F0C}" destId="{39FAD17D-BD10-4593-B43A-A00BA3262730}" srcOrd="0" destOrd="0" presId="urn:microsoft.com/office/officeart/2018/2/layout/IconLabelList"/>
    <dgm:cxn modelId="{5D5C5D71-7C64-4194-B6B6-42791EADCB90}" type="presParOf" srcId="{39FAD17D-BD10-4593-B43A-A00BA3262730}" destId="{D29D59FF-5BFB-4C85-BBFE-D79E2C8FFD7E}" srcOrd="0" destOrd="0" presId="urn:microsoft.com/office/officeart/2018/2/layout/IconLabelList"/>
    <dgm:cxn modelId="{42661F8B-0D3B-466C-ABE1-3B583427AB6A}" type="presParOf" srcId="{39FAD17D-BD10-4593-B43A-A00BA3262730}" destId="{D2163D9F-34EB-41FC-B6FC-4E8290E19B37}" srcOrd="1" destOrd="0" presId="urn:microsoft.com/office/officeart/2018/2/layout/IconLabelList"/>
    <dgm:cxn modelId="{E98E4BC3-3C9D-403A-8824-DA0221E87972}" type="presParOf" srcId="{39FAD17D-BD10-4593-B43A-A00BA3262730}" destId="{C0DDCF44-3B62-44F8-8B33-94EE9DC81EDB}" srcOrd="2" destOrd="0" presId="urn:microsoft.com/office/officeart/2018/2/layout/IconLabelList"/>
    <dgm:cxn modelId="{B1A68CB9-D1B9-4E5A-BF28-69C12A85244F}" type="presParOf" srcId="{981CD51A-F3DB-4B1C-A5F4-399CF8491F0C}" destId="{F218D120-88F5-486A-B507-43115DE4D36F}" srcOrd="1" destOrd="0" presId="urn:microsoft.com/office/officeart/2018/2/layout/IconLabelList"/>
    <dgm:cxn modelId="{82198DFD-B221-4475-87CD-2CC501E3BF42}" type="presParOf" srcId="{981CD51A-F3DB-4B1C-A5F4-399CF8491F0C}" destId="{A85F4AF1-158B-485E-867D-47F93387F255}" srcOrd="2" destOrd="0" presId="urn:microsoft.com/office/officeart/2018/2/layout/IconLabelList"/>
    <dgm:cxn modelId="{5E13BAC1-E5EC-4939-BA67-112B6619C6DE}" type="presParOf" srcId="{A85F4AF1-158B-485E-867D-47F93387F255}" destId="{4F0B10C1-525C-4E8A-819C-5C1B4F7B8C33}" srcOrd="0" destOrd="0" presId="urn:microsoft.com/office/officeart/2018/2/layout/IconLabelList"/>
    <dgm:cxn modelId="{F3CCD21B-6773-41A2-A1B2-BFE2FB2C5026}" type="presParOf" srcId="{A85F4AF1-158B-485E-867D-47F93387F255}" destId="{45B4BF8E-CC8A-4589-8CA8-4D4D8C7FADEA}" srcOrd="1" destOrd="0" presId="urn:microsoft.com/office/officeart/2018/2/layout/IconLabelList"/>
    <dgm:cxn modelId="{06389A13-73AA-4639-BA11-FB9E1510EFED}" type="presParOf" srcId="{A85F4AF1-158B-485E-867D-47F93387F255}" destId="{6A96638C-7D10-4416-BB89-C568C9EDE50B}" srcOrd="2" destOrd="0" presId="urn:microsoft.com/office/officeart/2018/2/layout/IconLabelList"/>
    <dgm:cxn modelId="{5FC4163A-0AAC-4DEA-A9B0-B0C55D7FDE62}" type="presParOf" srcId="{981CD51A-F3DB-4B1C-A5F4-399CF8491F0C}" destId="{4F875906-0F7E-4740-9C59-3A2917694673}" srcOrd="3" destOrd="0" presId="urn:microsoft.com/office/officeart/2018/2/layout/IconLabelList"/>
    <dgm:cxn modelId="{3F02BBAC-1C86-49A6-8602-C2683B7954BD}" type="presParOf" srcId="{981CD51A-F3DB-4B1C-A5F4-399CF8491F0C}" destId="{D971821E-DEC1-42BD-9298-4A7D99ED5156}" srcOrd="4" destOrd="0" presId="urn:microsoft.com/office/officeart/2018/2/layout/IconLabelList"/>
    <dgm:cxn modelId="{185FC14F-A871-4274-A12D-0335251B6B86}" type="presParOf" srcId="{D971821E-DEC1-42BD-9298-4A7D99ED5156}" destId="{C5DE0A14-3E3E-40A4-BB5A-A47292A44407}" srcOrd="0" destOrd="0" presId="urn:microsoft.com/office/officeart/2018/2/layout/IconLabelList"/>
    <dgm:cxn modelId="{E6071CFE-58A2-43C5-9E78-EDA91708B7B6}" type="presParOf" srcId="{D971821E-DEC1-42BD-9298-4A7D99ED5156}" destId="{CDF49131-00FC-4166-B2F4-E027455B4D0C}" srcOrd="1" destOrd="0" presId="urn:microsoft.com/office/officeart/2018/2/layout/IconLabelList"/>
    <dgm:cxn modelId="{170AD5B1-32E4-4768-9279-26AB4656046D}" type="presParOf" srcId="{D971821E-DEC1-42BD-9298-4A7D99ED5156}" destId="{12C4F5A1-CF54-4E7F-9916-68D22628FC8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6DCCE4-B2C1-4968-BE36-A03E06E54FB9}">
      <dsp:nvSpPr>
        <dsp:cNvPr id="0" name=""/>
        <dsp:cNvSpPr/>
      </dsp:nvSpPr>
      <dsp:spPr>
        <a:xfrm>
          <a:off x="0" y="533"/>
          <a:ext cx="7323138" cy="124859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47E56A-71BB-4580-8D25-2D6CEC6A2FFD}">
      <dsp:nvSpPr>
        <dsp:cNvPr id="0" name=""/>
        <dsp:cNvSpPr/>
      </dsp:nvSpPr>
      <dsp:spPr>
        <a:xfrm>
          <a:off x="377698" y="281466"/>
          <a:ext cx="686725" cy="6867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1CA04A-C186-45D1-B68B-96014F191099}">
      <dsp:nvSpPr>
        <dsp:cNvPr id="0" name=""/>
        <dsp:cNvSpPr/>
      </dsp:nvSpPr>
      <dsp:spPr>
        <a:xfrm>
          <a:off x="1442123" y="533"/>
          <a:ext cx="5881014" cy="1248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143" tIns="132143" rIns="132143" bIns="132143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HTM Classifier:</a:t>
          </a:r>
          <a:r>
            <a:rPr lang="en-GB" sz="2300" kern="1200"/>
            <a:t> Learns patterns from SDRs (Sparse Distributed Representations).</a:t>
          </a:r>
          <a:endParaRPr lang="en-US" sz="2300" kern="1200"/>
        </a:p>
      </dsp:txBody>
      <dsp:txXfrm>
        <a:off x="1442123" y="533"/>
        <a:ext cx="5881014" cy="1248591"/>
      </dsp:txXfrm>
    </dsp:sp>
    <dsp:sp modelId="{7B70C574-8017-4A0B-9262-CA8F1653A6C5}">
      <dsp:nvSpPr>
        <dsp:cNvPr id="0" name=""/>
        <dsp:cNvSpPr/>
      </dsp:nvSpPr>
      <dsp:spPr>
        <a:xfrm>
          <a:off x="0" y="1561272"/>
          <a:ext cx="7323138" cy="124859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A84A99-FB62-478F-8931-EE137927CAD3}">
      <dsp:nvSpPr>
        <dsp:cNvPr id="0" name=""/>
        <dsp:cNvSpPr/>
      </dsp:nvSpPr>
      <dsp:spPr>
        <a:xfrm>
          <a:off x="377698" y="1842205"/>
          <a:ext cx="686725" cy="6867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6B5AC6-A9AD-4CD5-9AC9-C6E844BF8602}">
      <dsp:nvSpPr>
        <dsp:cNvPr id="0" name=""/>
        <dsp:cNvSpPr/>
      </dsp:nvSpPr>
      <dsp:spPr>
        <a:xfrm>
          <a:off x="1442123" y="1561272"/>
          <a:ext cx="5881014" cy="1248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143" tIns="132143" rIns="132143" bIns="132143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KNN Classifier:</a:t>
          </a:r>
          <a:r>
            <a:rPr lang="en-GB" sz="2300" kern="1200"/>
            <a:t> Uses stored examples to classify new inputs based on nearest neighbors.</a:t>
          </a:r>
          <a:endParaRPr lang="en-US" sz="2300" kern="1200"/>
        </a:p>
      </dsp:txBody>
      <dsp:txXfrm>
        <a:off x="1442123" y="1561272"/>
        <a:ext cx="5881014" cy="1248591"/>
      </dsp:txXfrm>
    </dsp:sp>
    <dsp:sp modelId="{C2F76397-63A4-4672-AE7A-4B49CD6F58E6}">
      <dsp:nvSpPr>
        <dsp:cNvPr id="0" name=""/>
        <dsp:cNvSpPr/>
      </dsp:nvSpPr>
      <dsp:spPr>
        <a:xfrm>
          <a:off x="0" y="3122012"/>
          <a:ext cx="7323138" cy="124859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75D4E3-89BD-4DBD-98BB-5F5CFA551E4D}">
      <dsp:nvSpPr>
        <dsp:cNvPr id="0" name=""/>
        <dsp:cNvSpPr/>
      </dsp:nvSpPr>
      <dsp:spPr>
        <a:xfrm>
          <a:off x="377698" y="3402945"/>
          <a:ext cx="686725" cy="6867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27BC3E-6BE9-4868-AAEC-D0BB21C622F9}">
      <dsp:nvSpPr>
        <dsp:cNvPr id="0" name=""/>
        <dsp:cNvSpPr/>
      </dsp:nvSpPr>
      <dsp:spPr>
        <a:xfrm>
          <a:off x="1442123" y="3122012"/>
          <a:ext cx="5881014" cy="1248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143" tIns="132143" rIns="132143" bIns="132143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Why Classifiers?</a:t>
          </a:r>
          <a:r>
            <a:rPr lang="en-GB" sz="2300" kern="1200"/>
            <a:t> Used to reconstruct the original input from SDRs.</a:t>
          </a:r>
          <a:endParaRPr lang="en-US" sz="2300" kern="1200"/>
        </a:p>
      </dsp:txBody>
      <dsp:txXfrm>
        <a:off x="1442123" y="3122012"/>
        <a:ext cx="5881014" cy="12485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D2203E-BFA2-49D2-A7C3-035FF597D4AB}">
      <dsp:nvSpPr>
        <dsp:cNvPr id="0" name=""/>
        <dsp:cNvSpPr/>
      </dsp:nvSpPr>
      <dsp:spPr>
        <a:xfrm>
          <a:off x="0" y="3437385"/>
          <a:ext cx="8602374" cy="112822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KNN Classifier reconstructs input based on stored nearest neighbors.</a:t>
          </a:r>
          <a:endParaRPr lang="en-US" sz="2100" kern="1200"/>
        </a:p>
      </dsp:txBody>
      <dsp:txXfrm>
        <a:off x="0" y="3437385"/>
        <a:ext cx="8602374" cy="1128226"/>
      </dsp:txXfrm>
    </dsp:sp>
    <dsp:sp modelId="{98738FCD-D500-4FE1-8089-0C0E4D1AEEDF}">
      <dsp:nvSpPr>
        <dsp:cNvPr id="0" name=""/>
        <dsp:cNvSpPr/>
      </dsp:nvSpPr>
      <dsp:spPr>
        <a:xfrm rot="10800000">
          <a:off x="0" y="1719096"/>
          <a:ext cx="8602374" cy="1735212"/>
        </a:xfrm>
        <a:prstGeom prst="upArrowCallout">
          <a:avLst/>
        </a:prstGeom>
        <a:solidFill>
          <a:schemeClr val="accent2">
            <a:hueOff val="-9882860"/>
            <a:satOff val="45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HTM Classifier predicts input using past SDR patterns.</a:t>
          </a:r>
          <a:endParaRPr lang="en-US" sz="2100" kern="1200"/>
        </a:p>
      </dsp:txBody>
      <dsp:txXfrm rot="10800000">
        <a:off x="0" y="1719096"/>
        <a:ext cx="8602374" cy="1127489"/>
      </dsp:txXfrm>
    </dsp:sp>
    <dsp:sp modelId="{6230A2EC-CD2F-489D-A596-D7D644DB7E7F}">
      <dsp:nvSpPr>
        <dsp:cNvPr id="0" name=""/>
        <dsp:cNvSpPr/>
      </dsp:nvSpPr>
      <dsp:spPr>
        <a:xfrm rot="10800000">
          <a:off x="0" y="807"/>
          <a:ext cx="8602374" cy="1735212"/>
        </a:xfrm>
        <a:prstGeom prst="upArrowCallou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Process:</a:t>
          </a:r>
          <a:endParaRPr lang="en-US" sz="2100" kern="1200"/>
        </a:p>
      </dsp:txBody>
      <dsp:txXfrm rot="-10800000">
        <a:off x="0" y="807"/>
        <a:ext cx="8602374" cy="609059"/>
      </dsp:txXfrm>
    </dsp:sp>
    <dsp:sp modelId="{AF238E76-EFB7-41AA-918F-86A77962C51C}">
      <dsp:nvSpPr>
        <dsp:cNvPr id="0" name=""/>
        <dsp:cNvSpPr/>
      </dsp:nvSpPr>
      <dsp:spPr>
        <a:xfrm>
          <a:off x="0" y="609866"/>
          <a:ext cx="4301187" cy="51882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INPUT → SCALAR ENCODER → SP → SDR → HTM CLASSIFIER → INPUT</a:t>
          </a:r>
          <a:endParaRPr lang="en-US" sz="1600" kern="1200"/>
        </a:p>
      </dsp:txBody>
      <dsp:txXfrm>
        <a:off x="0" y="609866"/>
        <a:ext cx="4301187" cy="518828"/>
      </dsp:txXfrm>
    </dsp:sp>
    <dsp:sp modelId="{317257A7-E36F-407A-BA68-7E4B957235C6}">
      <dsp:nvSpPr>
        <dsp:cNvPr id="0" name=""/>
        <dsp:cNvSpPr/>
      </dsp:nvSpPr>
      <dsp:spPr>
        <a:xfrm>
          <a:off x="4301187" y="609866"/>
          <a:ext cx="4301187" cy="518828"/>
        </a:xfrm>
        <a:prstGeom prst="rect">
          <a:avLst/>
        </a:prstGeom>
        <a:solidFill>
          <a:schemeClr val="accent2">
            <a:tint val="40000"/>
            <a:alpha val="90000"/>
            <a:hueOff val="-20604185"/>
            <a:satOff val="1061"/>
            <a:lumOff val="55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20604185"/>
              <a:satOff val="1061"/>
              <a:lumOff val="5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INPUT → SCALAR ENCODER → SP → SDR → KNN CLASSIFIER → INPUT</a:t>
          </a:r>
          <a:endParaRPr lang="en-US" sz="1600" kern="1200"/>
        </a:p>
      </dsp:txBody>
      <dsp:txXfrm>
        <a:off x="4301187" y="609866"/>
        <a:ext cx="4301187" cy="5188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B87077-6E1C-4705-9104-DF961E1F2B03}">
      <dsp:nvSpPr>
        <dsp:cNvPr id="0" name=""/>
        <dsp:cNvSpPr/>
      </dsp:nvSpPr>
      <dsp:spPr>
        <a:xfrm>
          <a:off x="0" y="334718"/>
          <a:ext cx="5705048" cy="1516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Raw Input → Encoder → Spatial Pooler → SDR → Classifier → Reconstructed Input</a:t>
          </a:r>
          <a:endParaRPr lang="en-US" sz="2700" kern="1200"/>
        </a:p>
      </dsp:txBody>
      <dsp:txXfrm>
        <a:off x="74021" y="408739"/>
        <a:ext cx="5557006" cy="1368278"/>
      </dsp:txXfrm>
    </dsp:sp>
    <dsp:sp modelId="{8832E024-6E89-4587-9822-6C2375ADE0B3}">
      <dsp:nvSpPr>
        <dsp:cNvPr id="0" name=""/>
        <dsp:cNvSpPr/>
      </dsp:nvSpPr>
      <dsp:spPr>
        <a:xfrm>
          <a:off x="0" y="1928798"/>
          <a:ext cx="5705048" cy="1516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KNN vs. HTM flow comparison.</a:t>
          </a:r>
          <a:endParaRPr lang="en-US" sz="2700" kern="1200"/>
        </a:p>
      </dsp:txBody>
      <dsp:txXfrm>
        <a:off x="74021" y="2002819"/>
        <a:ext cx="5557006" cy="13682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FDB20C-354B-4B70-A9D1-C1F2FC447D73}">
      <dsp:nvSpPr>
        <dsp:cNvPr id="0" name=""/>
        <dsp:cNvSpPr/>
      </dsp:nvSpPr>
      <dsp:spPr>
        <a:xfrm>
          <a:off x="1108844" y="1093676"/>
          <a:ext cx="885993" cy="7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C3000B-471E-4C10-BB83-E0C1E0CAEAC1}">
      <dsp:nvSpPr>
        <dsp:cNvPr id="0" name=""/>
        <dsp:cNvSpPr/>
      </dsp:nvSpPr>
      <dsp:spPr>
        <a:xfrm>
          <a:off x="2047998" y="1019288"/>
          <a:ext cx="101889" cy="191374"/>
        </a:xfrm>
        <a:prstGeom prst="chevron">
          <a:avLst>
            <a:gd name="adj" fmla="val 9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55C1F4-CCE0-4340-902A-AC9A787C6914}">
      <dsp:nvSpPr>
        <dsp:cNvPr id="0" name=""/>
        <dsp:cNvSpPr/>
      </dsp:nvSpPr>
      <dsp:spPr>
        <a:xfrm>
          <a:off x="549299" y="644915"/>
          <a:ext cx="897592" cy="89759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832" tIns="34832" rIns="34832" bIns="34832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1</a:t>
          </a:r>
        </a:p>
      </dsp:txBody>
      <dsp:txXfrm>
        <a:off x="680748" y="776364"/>
        <a:ext cx="634694" cy="634694"/>
      </dsp:txXfrm>
    </dsp:sp>
    <dsp:sp modelId="{E3BD4CCB-64BC-4A72-80C0-FEF56C4C2131}">
      <dsp:nvSpPr>
        <dsp:cNvPr id="0" name=""/>
        <dsp:cNvSpPr/>
      </dsp:nvSpPr>
      <dsp:spPr>
        <a:xfrm>
          <a:off x="1352" y="1708108"/>
          <a:ext cx="199348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248" tIns="165100" rIns="157248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Encode scalar values into SDRs.</a:t>
          </a:r>
          <a:endParaRPr lang="en-US" sz="1100" kern="1200"/>
        </a:p>
      </dsp:txBody>
      <dsp:txXfrm>
        <a:off x="1352" y="2101228"/>
        <a:ext cx="1993486" cy="1572480"/>
      </dsp:txXfrm>
    </dsp:sp>
    <dsp:sp modelId="{904AC894-76B6-4205-9BBE-6F7165E677D9}">
      <dsp:nvSpPr>
        <dsp:cNvPr id="0" name=""/>
        <dsp:cNvSpPr/>
      </dsp:nvSpPr>
      <dsp:spPr>
        <a:xfrm>
          <a:off x="2216336" y="1093676"/>
          <a:ext cx="1993486" cy="72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24B8CB-59E0-4BDB-B544-202BB3CC7324}">
      <dsp:nvSpPr>
        <dsp:cNvPr id="0" name=""/>
        <dsp:cNvSpPr/>
      </dsp:nvSpPr>
      <dsp:spPr>
        <a:xfrm>
          <a:off x="4262982" y="1019288"/>
          <a:ext cx="101889" cy="191374"/>
        </a:xfrm>
        <a:prstGeom prst="chevron">
          <a:avLst>
            <a:gd name="adj" fmla="val 90000"/>
          </a:avLst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60212F-1F10-4FB6-8412-32AE547FD50A}">
      <dsp:nvSpPr>
        <dsp:cNvPr id="0" name=""/>
        <dsp:cNvSpPr/>
      </dsp:nvSpPr>
      <dsp:spPr>
        <a:xfrm>
          <a:off x="2764283" y="644915"/>
          <a:ext cx="897592" cy="89759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832" tIns="34832" rIns="34832" bIns="34832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2</a:t>
          </a:r>
        </a:p>
      </dsp:txBody>
      <dsp:txXfrm>
        <a:off x="2895732" y="776364"/>
        <a:ext cx="634694" cy="634694"/>
      </dsp:txXfrm>
    </dsp:sp>
    <dsp:sp modelId="{1135B0F0-F741-4A4A-A77A-F4E9CFC42813}">
      <dsp:nvSpPr>
        <dsp:cNvPr id="0" name=""/>
        <dsp:cNvSpPr/>
      </dsp:nvSpPr>
      <dsp:spPr>
        <a:xfrm>
          <a:off x="2216336" y="1708108"/>
          <a:ext cx="199348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248" tIns="165100" rIns="157248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Train the Spatial Pooler for stable SDR representations.</a:t>
          </a:r>
          <a:endParaRPr lang="en-US" sz="1100" kern="1200"/>
        </a:p>
      </dsp:txBody>
      <dsp:txXfrm>
        <a:off x="2216336" y="2101228"/>
        <a:ext cx="1993486" cy="1572480"/>
      </dsp:txXfrm>
    </dsp:sp>
    <dsp:sp modelId="{BC17E2D7-A8E0-44A5-87DD-F0F133CB5B1A}">
      <dsp:nvSpPr>
        <dsp:cNvPr id="0" name=""/>
        <dsp:cNvSpPr/>
      </dsp:nvSpPr>
      <dsp:spPr>
        <a:xfrm>
          <a:off x="4431321" y="1093676"/>
          <a:ext cx="1993486" cy="72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C005DF-4B36-4815-8711-677D645B9D6E}">
      <dsp:nvSpPr>
        <dsp:cNvPr id="0" name=""/>
        <dsp:cNvSpPr/>
      </dsp:nvSpPr>
      <dsp:spPr>
        <a:xfrm>
          <a:off x="6477967" y="1019288"/>
          <a:ext cx="101889" cy="191374"/>
        </a:xfrm>
        <a:prstGeom prst="chevron">
          <a:avLst>
            <a:gd name="adj" fmla="val 9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D71122-FF14-40C5-B557-D05111E9475E}">
      <dsp:nvSpPr>
        <dsp:cNvPr id="0" name=""/>
        <dsp:cNvSpPr/>
      </dsp:nvSpPr>
      <dsp:spPr>
        <a:xfrm>
          <a:off x="4979268" y="644915"/>
          <a:ext cx="897592" cy="89759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832" tIns="34832" rIns="34832" bIns="34832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3</a:t>
          </a:r>
        </a:p>
      </dsp:txBody>
      <dsp:txXfrm>
        <a:off x="5110717" y="776364"/>
        <a:ext cx="634694" cy="634694"/>
      </dsp:txXfrm>
    </dsp:sp>
    <dsp:sp modelId="{CD4EFCD1-DE20-4DBF-9095-9B4B58D0DFD3}">
      <dsp:nvSpPr>
        <dsp:cNvPr id="0" name=""/>
        <dsp:cNvSpPr/>
      </dsp:nvSpPr>
      <dsp:spPr>
        <a:xfrm>
          <a:off x="4431321" y="1708108"/>
          <a:ext cx="199348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248" tIns="165100" rIns="157248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Train HTM and KNN classifiers with SDRs.</a:t>
          </a:r>
          <a:endParaRPr lang="en-US" sz="1100" kern="1200"/>
        </a:p>
      </dsp:txBody>
      <dsp:txXfrm>
        <a:off x="4431321" y="2101228"/>
        <a:ext cx="1993486" cy="1572480"/>
      </dsp:txXfrm>
    </dsp:sp>
    <dsp:sp modelId="{B566685F-FE48-4A75-AA27-E41964F6B6A3}">
      <dsp:nvSpPr>
        <dsp:cNvPr id="0" name=""/>
        <dsp:cNvSpPr/>
      </dsp:nvSpPr>
      <dsp:spPr>
        <a:xfrm>
          <a:off x="6646306" y="1093676"/>
          <a:ext cx="1993486" cy="72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DEE715-CBB5-4EE1-8B37-1CE4741D4B25}">
      <dsp:nvSpPr>
        <dsp:cNvPr id="0" name=""/>
        <dsp:cNvSpPr/>
      </dsp:nvSpPr>
      <dsp:spPr>
        <a:xfrm>
          <a:off x="8692952" y="1019288"/>
          <a:ext cx="101889" cy="191374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03C572-58A1-42F5-A0CF-0B31894A4064}">
      <dsp:nvSpPr>
        <dsp:cNvPr id="0" name=""/>
        <dsp:cNvSpPr/>
      </dsp:nvSpPr>
      <dsp:spPr>
        <a:xfrm>
          <a:off x="7194253" y="644915"/>
          <a:ext cx="897592" cy="89759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832" tIns="34832" rIns="34832" bIns="34832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4</a:t>
          </a:r>
        </a:p>
      </dsp:txBody>
      <dsp:txXfrm>
        <a:off x="7325702" y="776364"/>
        <a:ext cx="634694" cy="634694"/>
      </dsp:txXfrm>
    </dsp:sp>
    <dsp:sp modelId="{D605F362-B450-4357-9D12-20856ADF59AE}">
      <dsp:nvSpPr>
        <dsp:cNvPr id="0" name=""/>
        <dsp:cNvSpPr/>
      </dsp:nvSpPr>
      <dsp:spPr>
        <a:xfrm>
          <a:off x="6646306" y="1708108"/>
          <a:ext cx="199348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248" tIns="165100" rIns="157248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Predict input using both classifiers.</a:t>
          </a:r>
          <a:endParaRPr lang="en-US" sz="1100" kern="1200"/>
        </a:p>
      </dsp:txBody>
      <dsp:txXfrm>
        <a:off x="6646306" y="2101228"/>
        <a:ext cx="1993486" cy="1572480"/>
      </dsp:txXfrm>
    </dsp:sp>
    <dsp:sp modelId="{2448E6B3-68C1-4E43-B60B-421D45CE94E3}">
      <dsp:nvSpPr>
        <dsp:cNvPr id="0" name=""/>
        <dsp:cNvSpPr/>
      </dsp:nvSpPr>
      <dsp:spPr>
        <a:xfrm>
          <a:off x="8861291" y="1093675"/>
          <a:ext cx="996743" cy="72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5852AB-5158-4974-B7A8-D4372655D5EF}">
      <dsp:nvSpPr>
        <dsp:cNvPr id="0" name=""/>
        <dsp:cNvSpPr/>
      </dsp:nvSpPr>
      <dsp:spPr>
        <a:xfrm>
          <a:off x="9409237" y="644915"/>
          <a:ext cx="897592" cy="89759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832" tIns="34832" rIns="34832" bIns="34832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5</a:t>
          </a:r>
        </a:p>
      </dsp:txBody>
      <dsp:txXfrm>
        <a:off x="9540686" y="776364"/>
        <a:ext cx="634694" cy="634694"/>
      </dsp:txXfrm>
    </dsp:sp>
    <dsp:sp modelId="{86696240-7603-4C3C-83A9-B548F4B63D56}">
      <dsp:nvSpPr>
        <dsp:cNvPr id="0" name=""/>
        <dsp:cNvSpPr/>
      </dsp:nvSpPr>
      <dsp:spPr>
        <a:xfrm>
          <a:off x="8861291" y="1708108"/>
          <a:ext cx="199348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248" tIns="165100" rIns="157248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Validate results using similarity metrics.</a:t>
          </a:r>
          <a:endParaRPr lang="en-US" sz="1100" kern="1200"/>
        </a:p>
      </dsp:txBody>
      <dsp:txXfrm>
        <a:off x="8861291" y="2101228"/>
        <a:ext cx="1993486" cy="15724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E973A8-EE4E-4B8C-866B-35C810F66FAF}">
      <dsp:nvSpPr>
        <dsp:cNvPr id="0" name=""/>
        <dsp:cNvSpPr/>
      </dsp:nvSpPr>
      <dsp:spPr>
        <a:xfrm>
          <a:off x="970436" y="633728"/>
          <a:ext cx="1106363" cy="11063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E1D0DE-D169-4F6A-AD33-6A62B86D4E9C}">
      <dsp:nvSpPr>
        <dsp:cNvPr id="0" name=""/>
        <dsp:cNvSpPr/>
      </dsp:nvSpPr>
      <dsp:spPr>
        <a:xfrm>
          <a:off x="294325" y="2062571"/>
          <a:ext cx="245858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•Unit tests to validate classifier accuracy</a:t>
          </a:r>
          <a:endParaRPr lang="en-US" sz="1700" kern="1200"/>
        </a:p>
      </dsp:txBody>
      <dsp:txXfrm>
        <a:off x="294325" y="2062571"/>
        <a:ext cx="2458585" cy="720000"/>
      </dsp:txXfrm>
    </dsp:sp>
    <dsp:sp modelId="{E5621C4E-7F7E-4220-B8A3-4FE7FC5B3592}">
      <dsp:nvSpPr>
        <dsp:cNvPr id="0" name=""/>
        <dsp:cNvSpPr/>
      </dsp:nvSpPr>
      <dsp:spPr>
        <a:xfrm>
          <a:off x="3859274" y="633728"/>
          <a:ext cx="1106363" cy="11063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3550CD-A1D7-4CC0-904D-CAA82B3C36B0}">
      <dsp:nvSpPr>
        <dsp:cNvPr id="0" name=""/>
        <dsp:cNvSpPr/>
      </dsp:nvSpPr>
      <dsp:spPr>
        <a:xfrm>
          <a:off x="3183163" y="2062571"/>
          <a:ext cx="245858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•Stability check for Spatial Pooler</a:t>
          </a:r>
          <a:endParaRPr lang="en-US" sz="1700" kern="1200"/>
        </a:p>
      </dsp:txBody>
      <dsp:txXfrm>
        <a:off x="3183163" y="2062571"/>
        <a:ext cx="2458585" cy="720000"/>
      </dsp:txXfrm>
    </dsp:sp>
    <dsp:sp modelId="{A10CEE00-020F-484E-A583-C2FF334D4AC3}">
      <dsp:nvSpPr>
        <dsp:cNvPr id="0" name=""/>
        <dsp:cNvSpPr/>
      </dsp:nvSpPr>
      <dsp:spPr>
        <a:xfrm>
          <a:off x="6748112" y="633728"/>
          <a:ext cx="1106363" cy="11063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F73466-C18B-40B9-A9FA-8CAA839786CD}">
      <dsp:nvSpPr>
        <dsp:cNvPr id="0" name=""/>
        <dsp:cNvSpPr/>
      </dsp:nvSpPr>
      <dsp:spPr>
        <a:xfrm>
          <a:off x="6072001" y="2062571"/>
          <a:ext cx="245858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•Performance evaluation under different conditions</a:t>
          </a:r>
          <a:endParaRPr lang="en-US" sz="1700" kern="1200"/>
        </a:p>
      </dsp:txBody>
      <dsp:txXfrm>
        <a:off x="6072001" y="2062571"/>
        <a:ext cx="2458585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768A48-585A-493D-BA5B-5610A465406D}">
      <dsp:nvSpPr>
        <dsp:cNvPr id="0" name=""/>
        <dsp:cNvSpPr/>
      </dsp:nvSpPr>
      <dsp:spPr>
        <a:xfrm>
          <a:off x="0" y="2969770"/>
          <a:ext cx="6408738" cy="194849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8920" tIns="248920" rIns="248920" bIns="24892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b="1" kern="1200"/>
            <a:t>Training Steps:</a:t>
          </a:r>
          <a:endParaRPr lang="en-US" sz="3500" kern="1200"/>
        </a:p>
      </dsp:txBody>
      <dsp:txXfrm>
        <a:off x="0" y="2969770"/>
        <a:ext cx="6408738" cy="1052185"/>
      </dsp:txXfrm>
    </dsp:sp>
    <dsp:sp modelId="{8870F1F1-B731-42EF-B0D3-BB810C0C9236}">
      <dsp:nvSpPr>
        <dsp:cNvPr id="0" name=""/>
        <dsp:cNvSpPr/>
      </dsp:nvSpPr>
      <dsp:spPr>
        <a:xfrm>
          <a:off x="3129" y="3982986"/>
          <a:ext cx="2134159" cy="89630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Encode inputs using a scalar encoder.</a:t>
          </a:r>
          <a:endParaRPr lang="en-US" sz="1500" kern="1200"/>
        </a:p>
      </dsp:txBody>
      <dsp:txXfrm>
        <a:off x="3129" y="3982986"/>
        <a:ext cx="2134159" cy="896305"/>
      </dsp:txXfrm>
    </dsp:sp>
    <dsp:sp modelId="{C6867626-210B-4DF2-A67D-4379E5D8AF21}">
      <dsp:nvSpPr>
        <dsp:cNvPr id="0" name=""/>
        <dsp:cNvSpPr/>
      </dsp:nvSpPr>
      <dsp:spPr>
        <a:xfrm>
          <a:off x="2137289" y="3982986"/>
          <a:ext cx="2134159" cy="896305"/>
        </a:xfrm>
        <a:prstGeom prst="rect">
          <a:avLst/>
        </a:prstGeom>
        <a:solidFill>
          <a:schemeClr val="accent2">
            <a:tint val="40000"/>
            <a:alpha val="90000"/>
            <a:hueOff val="-10302092"/>
            <a:satOff val="530"/>
            <a:lumOff val="28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0302092"/>
              <a:satOff val="530"/>
              <a:lumOff val="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Train the Spatial Pooler until SDR stability is achieved.</a:t>
          </a:r>
          <a:endParaRPr lang="en-US" sz="1500" kern="1200"/>
        </a:p>
      </dsp:txBody>
      <dsp:txXfrm>
        <a:off x="2137289" y="3982986"/>
        <a:ext cx="2134159" cy="896305"/>
      </dsp:txXfrm>
    </dsp:sp>
    <dsp:sp modelId="{A9F9AFA0-3252-48BB-885C-BBA5E097F729}">
      <dsp:nvSpPr>
        <dsp:cNvPr id="0" name=""/>
        <dsp:cNvSpPr/>
      </dsp:nvSpPr>
      <dsp:spPr>
        <a:xfrm>
          <a:off x="4271448" y="3982986"/>
          <a:ext cx="2134159" cy="896305"/>
        </a:xfrm>
        <a:prstGeom prst="rect">
          <a:avLst/>
        </a:prstGeom>
        <a:solidFill>
          <a:schemeClr val="accent2">
            <a:tint val="40000"/>
            <a:alpha val="90000"/>
            <a:hueOff val="-20604185"/>
            <a:satOff val="1061"/>
            <a:lumOff val="55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20604185"/>
              <a:satOff val="1061"/>
              <a:lumOff val="5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Ensure consistent representations for similar inputs.</a:t>
          </a:r>
          <a:endParaRPr lang="en-US" sz="1500" kern="1200"/>
        </a:p>
      </dsp:txBody>
      <dsp:txXfrm>
        <a:off x="4271448" y="3982986"/>
        <a:ext cx="2134159" cy="896305"/>
      </dsp:txXfrm>
    </dsp:sp>
    <dsp:sp modelId="{1B3DBC92-6E6E-4009-85C3-F13A398D6C38}">
      <dsp:nvSpPr>
        <dsp:cNvPr id="0" name=""/>
        <dsp:cNvSpPr/>
      </dsp:nvSpPr>
      <dsp:spPr>
        <a:xfrm rot="10800000">
          <a:off x="0" y="2218"/>
          <a:ext cx="6408738" cy="2996779"/>
        </a:xfrm>
        <a:prstGeom prst="upArrowCallou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8920" tIns="248920" rIns="248920" bIns="24892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b="1" kern="1200"/>
            <a:t>Goal:</a:t>
          </a:r>
          <a:r>
            <a:rPr lang="en-GB" sz="3500" kern="1200"/>
            <a:t> Convert input values into stable SDR representations.</a:t>
          </a:r>
          <a:endParaRPr lang="en-US" sz="3500" kern="1200"/>
        </a:p>
      </dsp:txBody>
      <dsp:txXfrm rot="10800000">
        <a:off x="0" y="2218"/>
        <a:ext cx="6408738" cy="194721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2BCD51-8CF6-48B5-A9F5-200BCACBFEFE}">
      <dsp:nvSpPr>
        <dsp:cNvPr id="0" name=""/>
        <dsp:cNvSpPr/>
      </dsp:nvSpPr>
      <dsp:spPr>
        <a:xfrm>
          <a:off x="2669696" y="672706"/>
          <a:ext cx="51792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7921" y="45720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14944" y="715680"/>
        <a:ext cx="27426" cy="5490"/>
      </dsp:txXfrm>
    </dsp:sp>
    <dsp:sp modelId="{7CD1CE45-7E0A-4B76-B906-E5E723E31094}">
      <dsp:nvSpPr>
        <dsp:cNvPr id="0" name=""/>
        <dsp:cNvSpPr/>
      </dsp:nvSpPr>
      <dsp:spPr>
        <a:xfrm>
          <a:off x="286619" y="2963"/>
          <a:ext cx="2384876" cy="14309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861" tIns="122666" rIns="116861" bIns="12266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Use </a:t>
          </a:r>
          <a:r>
            <a:rPr lang="en-GB" sz="1200" b="1" kern="1200"/>
            <a:t>SpatialPoolerInputReconstructionExperiment</a:t>
          </a:r>
          <a:r>
            <a:rPr lang="en-GB" sz="1200" kern="1200"/>
            <a:t>.</a:t>
          </a:r>
          <a:endParaRPr lang="en-US" sz="1200" kern="1200"/>
        </a:p>
      </dsp:txBody>
      <dsp:txXfrm>
        <a:off x="286619" y="2963"/>
        <a:ext cx="2384876" cy="1430925"/>
      </dsp:txXfrm>
    </dsp:sp>
    <dsp:sp modelId="{B63CD8FA-7A58-4A77-AC53-94024C4247EB}">
      <dsp:nvSpPr>
        <dsp:cNvPr id="0" name=""/>
        <dsp:cNvSpPr/>
      </dsp:nvSpPr>
      <dsp:spPr>
        <a:xfrm>
          <a:off x="5603094" y="672706"/>
          <a:ext cx="51792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7921" y="45720"/>
              </a:lnTo>
            </a:path>
          </a:pathLst>
        </a:custGeom>
        <a:noFill/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848342" y="715680"/>
        <a:ext cx="27426" cy="5490"/>
      </dsp:txXfrm>
    </dsp:sp>
    <dsp:sp modelId="{A1136A2B-3AE4-44AA-93D3-914F5D4ADB1A}">
      <dsp:nvSpPr>
        <dsp:cNvPr id="0" name=""/>
        <dsp:cNvSpPr/>
      </dsp:nvSpPr>
      <dsp:spPr>
        <a:xfrm>
          <a:off x="3220018" y="2963"/>
          <a:ext cx="2384876" cy="143092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861" tIns="122666" rIns="116861" bIns="12266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Provide different scalar values as inputs.</a:t>
          </a:r>
          <a:endParaRPr lang="en-US" sz="1200" kern="1200"/>
        </a:p>
      </dsp:txBody>
      <dsp:txXfrm>
        <a:off x="3220018" y="2963"/>
        <a:ext cx="2384876" cy="1430925"/>
      </dsp:txXfrm>
    </dsp:sp>
    <dsp:sp modelId="{FFB4B398-5907-4CFF-8239-DFC537533A6F}">
      <dsp:nvSpPr>
        <dsp:cNvPr id="0" name=""/>
        <dsp:cNvSpPr/>
      </dsp:nvSpPr>
      <dsp:spPr>
        <a:xfrm>
          <a:off x="1479058" y="1432089"/>
          <a:ext cx="5866796" cy="517921"/>
        </a:xfrm>
        <a:custGeom>
          <a:avLst/>
          <a:gdLst/>
          <a:ahLst/>
          <a:cxnLst/>
          <a:rect l="0" t="0" r="0" b="0"/>
          <a:pathLst>
            <a:path>
              <a:moveTo>
                <a:pt x="5866796" y="0"/>
              </a:moveTo>
              <a:lnTo>
                <a:pt x="5866796" y="276060"/>
              </a:lnTo>
              <a:lnTo>
                <a:pt x="0" y="276060"/>
              </a:lnTo>
              <a:lnTo>
                <a:pt x="0" y="517921"/>
              </a:lnTo>
            </a:path>
          </a:pathLst>
        </a:custGeom>
        <a:noFill/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65146" y="1688304"/>
        <a:ext cx="294619" cy="5490"/>
      </dsp:txXfrm>
    </dsp:sp>
    <dsp:sp modelId="{9AB5BA33-7193-47A4-9428-F4F2BE69514F}">
      <dsp:nvSpPr>
        <dsp:cNvPr id="0" name=""/>
        <dsp:cNvSpPr/>
      </dsp:nvSpPr>
      <dsp:spPr>
        <a:xfrm>
          <a:off x="6153416" y="2963"/>
          <a:ext cx="2384876" cy="143092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861" tIns="122666" rIns="116861" bIns="12266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Train HTM and KNN classifiers with generated SDRs.</a:t>
          </a:r>
          <a:endParaRPr lang="en-US" sz="1200" kern="1200"/>
        </a:p>
      </dsp:txBody>
      <dsp:txXfrm>
        <a:off x="6153416" y="2963"/>
        <a:ext cx="2384876" cy="1430925"/>
      </dsp:txXfrm>
    </dsp:sp>
    <dsp:sp modelId="{41AEFCE8-685F-4746-9882-A89CF4E5E1ED}">
      <dsp:nvSpPr>
        <dsp:cNvPr id="0" name=""/>
        <dsp:cNvSpPr/>
      </dsp:nvSpPr>
      <dsp:spPr>
        <a:xfrm>
          <a:off x="286619" y="1982410"/>
          <a:ext cx="2384876" cy="143092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861" tIns="122666" rIns="116861" bIns="12266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Reconstruct the original input using classifier predictions.</a:t>
          </a:r>
          <a:endParaRPr lang="en-US" sz="1200" kern="1200"/>
        </a:p>
      </dsp:txBody>
      <dsp:txXfrm>
        <a:off x="286619" y="1982410"/>
        <a:ext cx="2384876" cy="143092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665C1E-92D3-46B4-9A94-4F3E012DDFD7}">
      <dsp:nvSpPr>
        <dsp:cNvPr id="0" name=""/>
        <dsp:cNvSpPr/>
      </dsp:nvSpPr>
      <dsp:spPr>
        <a:xfrm>
          <a:off x="118898" y="1439165"/>
          <a:ext cx="901505" cy="90150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5FCD79-A73E-4086-A82F-DA59DB0A94F5}">
      <dsp:nvSpPr>
        <dsp:cNvPr id="0" name=""/>
        <dsp:cNvSpPr/>
      </dsp:nvSpPr>
      <dsp:spPr>
        <a:xfrm>
          <a:off x="308214" y="1628481"/>
          <a:ext cx="522873" cy="52287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E26A80-3A2D-4BED-AF48-77D2DB93442F}">
      <dsp:nvSpPr>
        <dsp:cNvPr id="0" name=""/>
        <dsp:cNvSpPr/>
      </dsp:nvSpPr>
      <dsp:spPr>
        <a:xfrm>
          <a:off x="1213583" y="1439165"/>
          <a:ext cx="2124978" cy="901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Plot input vs. reconstructed values.</a:t>
          </a:r>
          <a:endParaRPr lang="en-US" sz="1400" kern="1200"/>
        </a:p>
      </dsp:txBody>
      <dsp:txXfrm>
        <a:off x="1213583" y="1439165"/>
        <a:ext cx="2124978" cy="901505"/>
      </dsp:txXfrm>
    </dsp:sp>
    <dsp:sp modelId="{8CFBFB79-E3A7-4729-BADD-440B36B19328}">
      <dsp:nvSpPr>
        <dsp:cNvPr id="0" name=""/>
        <dsp:cNvSpPr/>
      </dsp:nvSpPr>
      <dsp:spPr>
        <a:xfrm>
          <a:off x="3708823" y="1439165"/>
          <a:ext cx="901505" cy="90150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2A87AB-FF0D-4369-8942-71CDFC93469B}">
      <dsp:nvSpPr>
        <dsp:cNvPr id="0" name=""/>
        <dsp:cNvSpPr/>
      </dsp:nvSpPr>
      <dsp:spPr>
        <a:xfrm>
          <a:off x="3898139" y="1628481"/>
          <a:ext cx="522873" cy="52287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538E4B-D6B4-4521-8482-53EBBF5CE99B}">
      <dsp:nvSpPr>
        <dsp:cNvPr id="0" name=""/>
        <dsp:cNvSpPr/>
      </dsp:nvSpPr>
      <dsp:spPr>
        <a:xfrm>
          <a:off x="4803508" y="1439165"/>
          <a:ext cx="2124978" cy="901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Show similarity percentages for HTM and KNN.</a:t>
          </a:r>
          <a:endParaRPr lang="en-US" sz="1400" kern="1200"/>
        </a:p>
      </dsp:txBody>
      <dsp:txXfrm>
        <a:off x="4803508" y="1439165"/>
        <a:ext cx="2124978" cy="901505"/>
      </dsp:txXfrm>
    </dsp:sp>
    <dsp:sp modelId="{807D637D-BEDF-4278-A9E1-726C64AA3138}">
      <dsp:nvSpPr>
        <dsp:cNvPr id="0" name=""/>
        <dsp:cNvSpPr/>
      </dsp:nvSpPr>
      <dsp:spPr>
        <a:xfrm>
          <a:off x="7298748" y="1439165"/>
          <a:ext cx="901505" cy="90150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8A3846-BBC7-425D-9C91-4602493FDC46}">
      <dsp:nvSpPr>
        <dsp:cNvPr id="0" name=""/>
        <dsp:cNvSpPr/>
      </dsp:nvSpPr>
      <dsp:spPr>
        <a:xfrm>
          <a:off x="7488064" y="1628481"/>
          <a:ext cx="522873" cy="52287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0831FC-CD58-4EC4-9EE1-162BB8BECEC7}">
      <dsp:nvSpPr>
        <dsp:cNvPr id="0" name=""/>
        <dsp:cNvSpPr/>
      </dsp:nvSpPr>
      <dsp:spPr>
        <a:xfrm>
          <a:off x="8393433" y="1439165"/>
          <a:ext cx="2124978" cy="901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Graphs illustrating classifier accuracy over multiple test cases.</a:t>
          </a:r>
          <a:endParaRPr lang="en-US" sz="1400" kern="1200"/>
        </a:p>
      </dsp:txBody>
      <dsp:txXfrm>
        <a:off x="8393433" y="1439165"/>
        <a:ext cx="2124978" cy="90150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E092BD-3A53-4F8F-9BFF-CFC2CAB8EC50}">
      <dsp:nvSpPr>
        <dsp:cNvPr id="0" name=""/>
        <dsp:cNvSpPr/>
      </dsp:nvSpPr>
      <dsp:spPr>
        <a:xfrm>
          <a:off x="2220277" y="1181"/>
          <a:ext cx="8881110" cy="121072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318" tIns="307525" rIns="172318" bIns="30752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Calculate percentage similarity between reconstructed and original input.</a:t>
          </a:r>
        </a:p>
      </dsp:txBody>
      <dsp:txXfrm>
        <a:off x="2220277" y="1181"/>
        <a:ext cx="8881110" cy="1210729"/>
      </dsp:txXfrm>
    </dsp:sp>
    <dsp:sp modelId="{2CA9F9E1-2DEE-445C-86EB-627A2C5593AD}">
      <dsp:nvSpPr>
        <dsp:cNvPr id="0" name=""/>
        <dsp:cNvSpPr/>
      </dsp:nvSpPr>
      <dsp:spPr>
        <a:xfrm>
          <a:off x="0" y="1181"/>
          <a:ext cx="2220277" cy="121072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490" tIns="119593" rIns="117490" bIns="119593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Calculate</a:t>
          </a:r>
        </a:p>
      </dsp:txBody>
      <dsp:txXfrm>
        <a:off x="0" y="1181"/>
        <a:ext cx="2220277" cy="1210729"/>
      </dsp:txXfrm>
    </dsp:sp>
    <dsp:sp modelId="{53281E42-8EFE-4C0F-AB73-630508F84970}">
      <dsp:nvSpPr>
        <dsp:cNvPr id="0" name=""/>
        <dsp:cNvSpPr/>
      </dsp:nvSpPr>
      <dsp:spPr>
        <a:xfrm>
          <a:off x="2220277" y="1284553"/>
          <a:ext cx="8881110" cy="1210729"/>
        </a:xfrm>
        <a:prstGeom prst="rect">
          <a:avLst/>
        </a:prstGeom>
        <a:solidFill>
          <a:schemeClr val="accent5">
            <a:tint val="40000"/>
            <a:alpha val="90000"/>
            <a:hueOff val="1415353"/>
            <a:satOff val="-13667"/>
            <a:lumOff val="-1607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1415353"/>
              <a:satOff val="-13667"/>
              <a:lumOff val="-160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318" tIns="307525" rIns="172318" bIns="30752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Compare performance of HTM vs. KNN.</a:t>
          </a:r>
        </a:p>
      </dsp:txBody>
      <dsp:txXfrm>
        <a:off x="2220277" y="1284553"/>
        <a:ext cx="8881110" cy="1210729"/>
      </dsp:txXfrm>
    </dsp:sp>
    <dsp:sp modelId="{8D9A4A7E-52BD-423E-9E05-B0E03E0B6F82}">
      <dsp:nvSpPr>
        <dsp:cNvPr id="0" name=""/>
        <dsp:cNvSpPr/>
      </dsp:nvSpPr>
      <dsp:spPr>
        <a:xfrm>
          <a:off x="0" y="1284553"/>
          <a:ext cx="2220277" cy="1210729"/>
        </a:xfrm>
        <a:prstGeom prst="rect">
          <a:avLst/>
        </a:prstGeom>
        <a:solidFill>
          <a:schemeClr val="accent5">
            <a:hueOff val="1219212"/>
            <a:satOff val="-9721"/>
            <a:lumOff val="-7353"/>
            <a:alphaOff val="0"/>
          </a:schemeClr>
        </a:solidFill>
        <a:ln w="19050" cap="rnd" cmpd="sng" algn="ctr">
          <a:solidFill>
            <a:schemeClr val="accent5">
              <a:hueOff val="1219212"/>
              <a:satOff val="-9721"/>
              <a:lumOff val="-73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490" tIns="119593" rIns="117490" bIns="119593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Compare</a:t>
          </a:r>
        </a:p>
      </dsp:txBody>
      <dsp:txXfrm>
        <a:off x="0" y="1284553"/>
        <a:ext cx="2220277" cy="1210729"/>
      </dsp:txXfrm>
    </dsp:sp>
    <dsp:sp modelId="{A1B779B0-1C8A-45E9-ADFD-C6E7152AB091}">
      <dsp:nvSpPr>
        <dsp:cNvPr id="0" name=""/>
        <dsp:cNvSpPr/>
      </dsp:nvSpPr>
      <dsp:spPr>
        <a:xfrm>
          <a:off x="2220277" y="2567926"/>
          <a:ext cx="8881110" cy="1210729"/>
        </a:xfrm>
        <a:prstGeom prst="rect">
          <a:avLst/>
        </a:prstGeom>
        <a:solidFill>
          <a:schemeClr val="accent5">
            <a:tint val="40000"/>
            <a:alpha val="90000"/>
            <a:hueOff val="2830706"/>
            <a:satOff val="-27334"/>
            <a:lumOff val="-3213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2830706"/>
              <a:satOff val="-27334"/>
              <a:lumOff val="-321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318" tIns="307525" rIns="172318" bIns="30752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Use neocortexapi similarity functions for validation.</a:t>
          </a:r>
        </a:p>
      </dsp:txBody>
      <dsp:txXfrm>
        <a:off x="2220277" y="2567926"/>
        <a:ext cx="8881110" cy="1210729"/>
      </dsp:txXfrm>
    </dsp:sp>
    <dsp:sp modelId="{B8C88583-2B77-498C-89A0-2D948DFB9297}">
      <dsp:nvSpPr>
        <dsp:cNvPr id="0" name=""/>
        <dsp:cNvSpPr/>
      </dsp:nvSpPr>
      <dsp:spPr>
        <a:xfrm>
          <a:off x="0" y="2567926"/>
          <a:ext cx="2220277" cy="1210729"/>
        </a:xfrm>
        <a:prstGeom prst="rect">
          <a:avLst/>
        </a:prstGeom>
        <a:solidFill>
          <a:schemeClr val="accent5">
            <a:hueOff val="2438425"/>
            <a:satOff val="-19443"/>
            <a:lumOff val="-14705"/>
            <a:alphaOff val="0"/>
          </a:schemeClr>
        </a:solidFill>
        <a:ln w="19050" cap="rnd" cmpd="sng" algn="ctr">
          <a:solidFill>
            <a:schemeClr val="accent5">
              <a:hueOff val="2438425"/>
              <a:satOff val="-19443"/>
              <a:lumOff val="-1470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490" tIns="119593" rIns="117490" bIns="119593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Use</a:t>
          </a:r>
        </a:p>
      </dsp:txBody>
      <dsp:txXfrm>
        <a:off x="0" y="2567926"/>
        <a:ext cx="2220277" cy="121072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56ADFE-2FD4-45D1-B8F7-C57FCF70EA6F}">
      <dsp:nvSpPr>
        <dsp:cNvPr id="0" name=""/>
        <dsp:cNvSpPr/>
      </dsp:nvSpPr>
      <dsp:spPr>
        <a:xfrm>
          <a:off x="0" y="384025"/>
          <a:ext cx="8824913" cy="1247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4911" tIns="458216" rIns="684911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/>
            <a:t>Formula: Similarity = 1 - (|Original - Reconstructed| / Max(Original, Reconstructed))</a:t>
          </a:r>
          <a:endParaRPr lang="en-US" sz="2200" kern="1200"/>
        </a:p>
      </dsp:txBody>
      <dsp:txXfrm>
        <a:off x="0" y="384025"/>
        <a:ext cx="8824913" cy="1247400"/>
      </dsp:txXfrm>
    </dsp:sp>
    <dsp:sp modelId="{19A49EBF-3D7D-4C75-BD84-84B736AAF65B}">
      <dsp:nvSpPr>
        <dsp:cNvPr id="0" name=""/>
        <dsp:cNvSpPr/>
      </dsp:nvSpPr>
      <dsp:spPr>
        <a:xfrm>
          <a:off x="441245" y="59305"/>
          <a:ext cx="6177439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3492" tIns="0" rIns="233492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200" b="1" kern="1200"/>
            <a:t>Formula Used:</a:t>
          </a:r>
          <a:endParaRPr lang="en-US" sz="2200" kern="1200"/>
        </a:p>
      </dsp:txBody>
      <dsp:txXfrm>
        <a:off x="472948" y="91008"/>
        <a:ext cx="6114033" cy="586034"/>
      </dsp:txXfrm>
    </dsp:sp>
    <dsp:sp modelId="{814BE8EA-AC72-4596-838B-A4DC5EE11B27}">
      <dsp:nvSpPr>
        <dsp:cNvPr id="0" name=""/>
        <dsp:cNvSpPr/>
      </dsp:nvSpPr>
      <dsp:spPr>
        <a:xfrm>
          <a:off x="0" y="2074945"/>
          <a:ext cx="8824913" cy="12820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4911" tIns="458216" rIns="684911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/>
            <a:t>Original: 10, HTM Prediction: 9.8 → Similarity = 98%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/>
            <a:t>Original: 15, KNN Prediction: 14.5 → Similarity = 96%</a:t>
          </a:r>
          <a:endParaRPr lang="en-US" sz="2200" kern="1200"/>
        </a:p>
      </dsp:txBody>
      <dsp:txXfrm>
        <a:off x="0" y="2074945"/>
        <a:ext cx="8824913" cy="1282049"/>
      </dsp:txXfrm>
    </dsp:sp>
    <dsp:sp modelId="{EE4DB89D-FEA9-4B51-9DE4-6E7CC1675C8C}">
      <dsp:nvSpPr>
        <dsp:cNvPr id="0" name=""/>
        <dsp:cNvSpPr/>
      </dsp:nvSpPr>
      <dsp:spPr>
        <a:xfrm>
          <a:off x="441245" y="1750225"/>
          <a:ext cx="6177439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3492" tIns="0" rIns="233492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200" b="1" kern="1200"/>
            <a:t>Example Calculation:</a:t>
          </a:r>
          <a:endParaRPr lang="en-US" sz="2200" kern="1200"/>
        </a:p>
      </dsp:txBody>
      <dsp:txXfrm>
        <a:off x="472948" y="1781928"/>
        <a:ext cx="6114033" cy="58603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A597C0-2218-47C4-968C-8C38FA3CDAEA}">
      <dsp:nvSpPr>
        <dsp:cNvPr id="0" name=""/>
        <dsp:cNvSpPr/>
      </dsp:nvSpPr>
      <dsp:spPr>
        <a:xfrm>
          <a:off x="5589990" y="75845"/>
          <a:ext cx="1213480" cy="121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Graph: KNN predictions vs. actual input.</a:t>
          </a:r>
          <a:endParaRPr lang="en-US" sz="1400" kern="1200"/>
        </a:p>
      </dsp:txBody>
      <dsp:txXfrm>
        <a:off x="5589990" y="75845"/>
        <a:ext cx="1213480" cy="1213480"/>
      </dsp:txXfrm>
    </dsp:sp>
    <dsp:sp modelId="{B8C0D5B7-F9AE-4DD8-A2C9-18E5E6AB5729}">
      <dsp:nvSpPr>
        <dsp:cNvPr id="0" name=""/>
        <dsp:cNvSpPr/>
      </dsp:nvSpPr>
      <dsp:spPr>
        <a:xfrm>
          <a:off x="3453795" y="-393"/>
          <a:ext cx="3425913" cy="3425913"/>
        </a:xfrm>
        <a:prstGeom prst="circularArrow">
          <a:avLst>
            <a:gd name="adj1" fmla="val 6907"/>
            <a:gd name="adj2" fmla="val 465746"/>
            <a:gd name="adj3" fmla="val 547757"/>
            <a:gd name="adj4" fmla="val 20586497"/>
            <a:gd name="adj5" fmla="val 8058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644BC4-3A36-4290-9CD1-CD3BE1B16A40}">
      <dsp:nvSpPr>
        <dsp:cNvPr id="0" name=""/>
        <dsp:cNvSpPr/>
      </dsp:nvSpPr>
      <dsp:spPr>
        <a:xfrm>
          <a:off x="5589990" y="2135801"/>
          <a:ext cx="1213480" cy="121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Observations:</a:t>
          </a:r>
          <a:endParaRPr lang="en-US" sz="1400" kern="1200"/>
        </a:p>
      </dsp:txBody>
      <dsp:txXfrm>
        <a:off x="5589990" y="2135801"/>
        <a:ext cx="1213480" cy="1213480"/>
      </dsp:txXfrm>
    </dsp:sp>
    <dsp:sp modelId="{4B05B50B-E4E9-4713-9647-529283B20267}">
      <dsp:nvSpPr>
        <dsp:cNvPr id="0" name=""/>
        <dsp:cNvSpPr/>
      </dsp:nvSpPr>
      <dsp:spPr>
        <a:xfrm>
          <a:off x="3453795" y="-393"/>
          <a:ext cx="3425913" cy="3425913"/>
        </a:xfrm>
        <a:prstGeom prst="circularArrow">
          <a:avLst>
            <a:gd name="adj1" fmla="val 6907"/>
            <a:gd name="adj2" fmla="val 465746"/>
            <a:gd name="adj3" fmla="val 5947757"/>
            <a:gd name="adj4" fmla="val 4386497"/>
            <a:gd name="adj5" fmla="val 8058"/>
          </a:avLst>
        </a:prstGeom>
        <a:solidFill>
          <a:schemeClr val="accent2">
            <a:hueOff val="-6588574"/>
            <a:satOff val="30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960A4F-B634-4D0C-A986-91076637EDA1}">
      <dsp:nvSpPr>
        <dsp:cNvPr id="0" name=""/>
        <dsp:cNvSpPr/>
      </dsp:nvSpPr>
      <dsp:spPr>
        <a:xfrm>
          <a:off x="3530033" y="2135801"/>
          <a:ext cx="1213480" cy="121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Performs well for discrete inputs.</a:t>
          </a:r>
          <a:endParaRPr lang="en-US" sz="1400" kern="1200"/>
        </a:p>
      </dsp:txBody>
      <dsp:txXfrm>
        <a:off x="3530033" y="2135801"/>
        <a:ext cx="1213480" cy="1213480"/>
      </dsp:txXfrm>
    </dsp:sp>
    <dsp:sp modelId="{5A580D51-3F61-4007-AC6D-AF12C7E1700F}">
      <dsp:nvSpPr>
        <dsp:cNvPr id="0" name=""/>
        <dsp:cNvSpPr/>
      </dsp:nvSpPr>
      <dsp:spPr>
        <a:xfrm>
          <a:off x="3453795" y="-393"/>
          <a:ext cx="3425913" cy="3425913"/>
        </a:xfrm>
        <a:prstGeom prst="circularArrow">
          <a:avLst>
            <a:gd name="adj1" fmla="val 6907"/>
            <a:gd name="adj2" fmla="val 465746"/>
            <a:gd name="adj3" fmla="val 11347757"/>
            <a:gd name="adj4" fmla="val 9786497"/>
            <a:gd name="adj5" fmla="val 8058"/>
          </a:avLst>
        </a:prstGeom>
        <a:solidFill>
          <a:schemeClr val="accent2">
            <a:hueOff val="-13177148"/>
            <a:satOff val="6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C06D0E-7B00-48A5-A1A0-35ABE0D4DBFA}">
      <dsp:nvSpPr>
        <dsp:cNvPr id="0" name=""/>
        <dsp:cNvSpPr/>
      </dsp:nvSpPr>
      <dsp:spPr>
        <a:xfrm>
          <a:off x="3530033" y="75845"/>
          <a:ext cx="1213480" cy="121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Struggles with unseen patterns due to reliance on stored examples.</a:t>
          </a:r>
          <a:endParaRPr lang="en-US" sz="1400" kern="1200"/>
        </a:p>
      </dsp:txBody>
      <dsp:txXfrm>
        <a:off x="3530033" y="75845"/>
        <a:ext cx="1213480" cy="1213480"/>
      </dsp:txXfrm>
    </dsp:sp>
    <dsp:sp modelId="{88C180DC-FC61-4367-A220-8CF66DE80938}">
      <dsp:nvSpPr>
        <dsp:cNvPr id="0" name=""/>
        <dsp:cNvSpPr/>
      </dsp:nvSpPr>
      <dsp:spPr>
        <a:xfrm>
          <a:off x="3453795" y="-393"/>
          <a:ext cx="3425913" cy="3425913"/>
        </a:xfrm>
        <a:prstGeom prst="circularArrow">
          <a:avLst>
            <a:gd name="adj1" fmla="val 6907"/>
            <a:gd name="adj2" fmla="val 465746"/>
            <a:gd name="adj3" fmla="val 16747757"/>
            <a:gd name="adj4" fmla="val 15186497"/>
            <a:gd name="adj5" fmla="val 8058"/>
          </a:avLst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F002C4-329B-44F2-AE92-857CFC1848A7}">
      <dsp:nvSpPr>
        <dsp:cNvPr id="0" name=""/>
        <dsp:cNvSpPr/>
      </dsp:nvSpPr>
      <dsp:spPr>
        <a:xfrm>
          <a:off x="1015177" y="490"/>
          <a:ext cx="2373446" cy="142406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HTM Strengths:</a:t>
          </a:r>
          <a:endParaRPr lang="en-US" sz="2200" kern="1200"/>
        </a:p>
      </dsp:txBody>
      <dsp:txXfrm>
        <a:off x="1015177" y="490"/>
        <a:ext cx="2373446" cy="1424067"/>
      </dsp:txXfrm>
    </dsp:sp>
    <dsp:sp modelId="{F10F2531-0550-4892-BD6C-0B793A2AB43C}">
      <dsp:nvSpPr>
        <dsp:cNvPr id="0" name=""/>
        <dsp:cNvSpPr/>
      </dsp:nvSpPr>
      <dsp:spPr>
        <a:xfrm>
          <a:off x="3625968" y="490"/>
          <a:ext cx="2373446" cy="1424067"/>
        </a:xfrm>
        <a:prstGeom prst="rect">
          <a:avLst/>
        </a:prstGeom>
        <a:solidFill>
          <a:schemeClr val="accent2">
            <a:hueOff val="-3953144"/>
            <a:satOff val="18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Better for time-based patterns.</a:t>
          </a:r>
          <a:endParaRPr lang="en-US" sz="2200" kern="1200"/>
        </a:p>
      </dsp:txBody>
      <dsp:txXfrm>
        <a:off x="3625968" y="490"/>
        <a:ext cx="2373446" cy="1424067"/>
      </dsp:txXfrm>
    </dsp:sp>
    <dsp:sp modelId="{2B2EE87E-64BD-4FB3-A863-1870B9777829}">
      <dsp:nvSpPr>
        <dsp:cNvPr id="0" name=""/>
        <dsp:cNvSpPr/>
      </dsp:nvSpPr>
      <dsp:spPr>
        <a:xfrm>
          <a:off x="6236759" y="490"/>
          <a:ext cx="2373446" cy="1424067"/>
        </a:xfrm>
        <a:prstGeom prst="rect">
          <a:avLst/>
        </a:prstGeom>
        <a:solidFill>
          <a:schemeClr val="accent2">
            <a:hueOff val="-7906288"/>
            <a:satOff val="36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Can generalize from learned sequences.</a:t>
          </a:r>
          <a:endParaRPr lang="en-US" sz="2200" kern="1200"/>
        </a:p>
      </dsp:txBody>
      <dsp:txXfrm>
        <a:off x="6236759" y="490"/>
        <a:ext cx="2373446" cy="1424067"/>
      </dsp:txXfrm>
    </dsp:sp>
    <dsp:sp modelId="{FB68E1D7-BF89-47FB-907C-B19A9BFBC052}">
      <dsp:nvSpPr>
        <dsp:cNvPr id="0" name=""/>
        <dsp:cNvSpPr/>
      </dsp:nvSpPr>
      <dsp:spPr>
        <a:xfrm>
          <a:off x="1015177" y="1661902"/>
          <a:ext cx="2373446" cy="1424067"/>
        </a:xfrm>
        <a:prstGeom prst="rect">
          <a:avLst/>
        </a:prstGeom>
        <a:solidFill>
          <a:schemeClr val="accent2">
            <a:hueOff val="-11859433"/>
            <a:satOff val="54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KNN Strengths:</a:t>
          </a:r>
          <a:endParaRPr lang="en-US" sz="2200" kern="1200"/>
        </a:p>
      </dsp:txBody>
      <dsp:txXfrm>
        <a:off x="1015177" y="1661902"/>
        <a:ext cx="2373446" cy="1424067"/>
      </dsp:txXfrm>
    </dsp:sp>
    <dsp:sp modelId="{E65A449D-430F-4164-AC95-9740277DABE0}">
      <dsp:nvSpPr>
        <dsp:cNvPr id="0" name=""/>
        <dsp:cNvSpPr/>
      </dsp:nvSpPr>
      <dsp:spPr>
        <a:xfrm>
          <a:off x="3625968" y="1661902"/>
          <a:ext cx="2373446" cy="1424067"/>
        </a:xfrm>
        <a:prstGeom prst="rect">
          <a:avLst/>
        </a:prstGeom>
        <a:solidFill>
          <a:schemeClr val="accent2">
            <a:hueOff val="-15812576"/>
            <a:satOff val="72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Simple and efficient for smaller datasets.</a:t>
          </a:r>
          <a:endParaRPr lang="en-US" sz="2200" kern="1200"/>
        </a:p>
      </dsp:txBody>
      <dsp:txXfrm>
        <a:off x="3625968" y="1661902"/>
        <a:ext cx="2373446" cy="1424067"/>
      </dsp:txXfrm>
    </dsp:sp>
    <dsp:sp modelId="{A402F4BA-C81B-427C-9100-879F2D614980}">
      <dsp:nvSpPr>
        <dsp:cNvPr id="0" name=""/>
        <dsp:cNvSpPr/>
      </dsp:nvSpPr>
      <dsp:spPr>
        <a:xfrm>
          <a:off x="6236759" y="1661902"/>
          <a:ext cx="2373446" cy="1424067"/>
        </a:xfrm>
        <a:prstGeom prst="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Works well for distinct category predictions.</a:t>
          </a:r>
          <a:endParaRPr lang="en-US" sz="2200" kern="1200"/>
        </a:p>
      </dsp:txBody>
      <dsp:txXfrm>
        <a:off x="6236759" y="1661902"/>
        <a:ext cx="2373446" cy="142406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5E923E-1978-4D77-AF64-7F86A252BD57}">
      <dsp:nvSpPr>
        <dsp:cNvPr id="0" name=""/>
        <dsp:cNvSpPr/>
      </dsp:nvSpPr>
      <dsp:spPr>
        <a:xfrm>
          <a:off x="0" y="540837"/>
          <a:ext cx="2707138" cy="171903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6247D7-D55C-4A15-8E9F-C0AF2FA04164}">
      <dsp:nvSpPr>
        <dsp:cNvPr id="0" name=""/>
        <dsp:cNvSpPr/>
      </dsp:nvSpPr>
      <dsp:spPr>
        <a:xfrm>
          <a:off x="300793" y="826590"/>
          <a:ext cx="2707138" cy="1719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Achieving stable SDR representations.</a:t>
          </a:r>
          <a:endParaRPr lang="en-US" sz="2100" kern="1200"/>
        </a:p>
      </dsp:txBody>
      <dsp:txXfrm>
        <a:off x="351142" y="876939"/>
        <a:ext cx="2606440" cy="1618335"/>
      </dsp:txXfrm>
    </dsp:sp>
    <dsp:sp modelId="{5856B0F7-B81C-429D-A77B-395276AE9932}">
      <dsp:nvSpPr>
        <dsp:cNvPr id="0" name=""/>
        <dsp:cNvSpPr/>
      </dsp:nvSpPr>
      <dsp:spPr>
        <a:xfrm>
          <a:off x="3308725" y="540837"/>
          <a:ext cx="2707138" cy="171903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DCFE0D-FF1C-4B6B-ADEE-7215A8165F9C}">
      <dsp:nvSpPr>
        <dsp:cNvPr id="0" name=""/>
        <dsp:cNvSpPr/>
      </dsp:nvSpPr>
      <dsp:spPr>
        <a:xfrm>
          <a:off x="3609518" y="826590"/>
          <a:ext cx="2707138" cy="1719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Differences in classifier performance for various data distributions.</a:t>
          </a:r>
          <a:endParaRPr lang="en-US" sz="2100" kern="1200"/>
        </a:p>
      </dsp:txBody>
      <dsp:txXfrm>
        <a:off x="3659867" y="876939"/>
        <a:ext cx="2606440" cy="1618335"/>
      </dsp:txXfrm>
    </dsp:sp>
    <dsp:sp modelId="{4D85C4FD-F7D3-4401-A41A-1C5F7378827B}">
      <dsp:nvSpPr>
        <dsp:cNvPr id="0" name=""/>
        <dsp:cNvSpPr/>
      </dsp:nvSpPr>
      <dsp:spPr>
        <a:xfrm>
          <a:off x="6617450" y="540837"/>
          <a:ext cx="2707138" cy="171903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0A9232-80DA-4D4E-851D-11D1134739E5}">
      <dsp:nvSpPr>
        <dsp:cNvPr id="0" name=""/>
        <dsp:cNvSpPr/>
      </dsp:nvSpPr>
      <dsp:spPr>
        <a:xfrm>
          <a:off x="6918244" y="826590"/>
          <a:ext cx="2707138" cy="1719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Computational cost of HTM vs. KNN.</a:t>
          </a:r>
          <a:endParaRPr lang="en-US" sz="2100" kern="1200"/>
        </a:p>
      </dsp:txBody>
      <dsp:txXfrm>
        <a:off x="6968593" y="876939"/>
        <a:ext cx="2606440" cy="1618335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9D59FF-5BFB-4C85-BBFE-D79E2C8FFD7E}">
      <dsp:nvSpPr>
        <dsp:cNvPr id="0" name=""/>
        <dsp:cNvSpPr/>
      </dsp:nvSpPr>
      <dsp:spPr>
        <a:xfrm>
          <a:off x="923249" y="384256"/>
          <a:ext cx="1250177" cy="12501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DDCF44-3B62-44F8-8B33-94EE9DC81EDB}">
      <dsp:nvSpPr>
        <dsp:cNvPr id="0" name=""/>
        <dsp:cNvSpPr/>
      </dsp:nvSpPr>
      <dsp:spPr>
        <a:xfrm>
          <a:off x="159251" y="1982204"/>
          <a:ext cx="277817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Successfully reconstructed inputs using HTM and KNN.</a:t>
          </a:r>
          <a:endParaRPr lang="en-US" sz="1400" kern="1200"/>
        </a:p>
      </dsp:txBody>
      <dsp:txXfrm>
        <a:off x="159251" y="1982204"/>
        <a:ext cx="2778172" cy="720000"/>
      </dsp:txXfrm>
    </dsp:sp>
    <dsp:sp modelId="{4F0B10C1-525C-4E8A-819C-5C1B4F7B8C33}">
      <dsp:nvSpPr>
        <dsp:cNvPr id="0" name=""/>
        <dsp:cNvSpPr/>
      </dsp:nvSpPr>
      <dsp:spPr>
        <a:xfrm>
          <a:off x="4187602" y="384256"/>
          <a:ext cx="1250177" cy="125017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96638C-7D10-4416-BB89-C568C9EDE50B}">
      <dsp:nvSpPr>
        <dsp:cNvPr id="0" name=""/>
        <dsp:cNvSpPr/>
      </dsp:nvSpPr>
      <dsp:spPr>
        <a:xfrm>
          <a:off x="3423605" y="1982204"/>
          <a:ext cx="277817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HTM excels in pattern learning, while KNN is effective for lookup-based classification.</a:t>
          </a:r>
          <a:endParaRPr lang="en-US" sz="1400" kern="1200"/>
        </a:p>
      </dsp:txBody>
      <dsp:txXfrm>
        <a:off x="3423605" y="1982204"/>
        <a:ext cx="2778172" cy="720000"/>
      </dsp:txXfrm>
    </dsp:sp>
    <dsp:sp modelId="{C5DE0A14-3E3E-40A4-BB5A-A47292A44407}">
      <dsp:nvSpPr>
        <dsp:cNvPr id="0" name=""/>
        <dsp:cNvSpPr/>
      </dsp:nvSpPr>
      <dsp:spPr>
        <a:xfrm>
          <a:off x="7451955" y="384256"/>
          <a:ext cx="1250177" cy="125017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C4F5A1-CF54-4E7F-9916-68D22628FC87}">
      <dsp:nvSpPr>
        <dsp:cNvPr id="0" name=""/>
        <dsp:cNvSpPr/>
      </dsp:nvSpPr>
      <dsp:spPr>
        <a:xfrm>
          <a:off x="6687958" y="1982204"/>
          <a:ext cx="277817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Future improvements could enhance accuracy and computational efficiency.</a:t>
          </a:r>
          <a:endParaRPr lang="en-US" sz="1400" kern="1200"/>
        </a:p>
      </dsp:txBody>
      <dsp:txXfrm>
        <a:off x="6687958" y="1982204"/>
        <a:ext cx="277817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3/18/25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553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042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473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714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409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924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802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246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456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308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621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231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9649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6654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9980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109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512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405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1" r:id="rId3"/>
    <p:sldLayoutId id="2147483942" r:id="rId4"/>
    <p:sldLayoutId id="2147483943" r:id="rId5"/>
    <p:sldLayoutId id="2147483944" r:id="rId6"/>
    <p:sldLayoutId id="2147483945" r:id="rId7"/>
    <p:sldLayoutId id="2147483946" r:id="rId8"/>
    <p:sldLayoutId id="2147483947" r:id="rId9"/>
    <p:sldLayoutId id="2147483948" r:id="rId10"/>
    <p:sldLayoutId id="2147483949" r:id="rId11"/>
    <p:sldLayoutId id="2147483950" r:id="rId12"/>
    <p:sldLayoutId id="2147483951" r:id="rId13"/>
    <p:sldLayoutId id="2147483952" r:id="rId14"/>
    <p:sldLayoutId id="2147483953" r:id="rId15"/>
    <p:sldLayoutId id="2147483954" r:id="rId16"/>
    <p:sldLayoutId id="214748395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reeform 5">
            <a:extLst>
              <a:ext uri="{FF2B5EF4-FFF2-40B4-BE49-F238E27FC236}">
                <a16:creationId xmlns:a16="http://schemas.microsoft.com/office/drawing/2014/main" id="{2D529E20-662F-4915-ACD7-970C026FD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677511" flipH="1">
            <a:off x="3527283" y="1857885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C6CDA467-8731-7374-36C5-33CFC5B479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240" r="2571" b="1"/>
          <a:stretch/>
        </p:blipFill>
        <p:spPr>
          <a:xfrm>
            <a:off x="423337" y="402166"/>
            <a:ext cx="4932951" cy="6053670"/>
          </a:xfrm>
          <a:custGeom>
            <a:avLst/>
            <a:gdLst/>
            <a:ahLst/>
            <a:cxnLst/>
            <a:rect l="l" t="t" r="r" b="b"/>
            <a:pathLst>
              <a:path w="4932951" h="6053670">
                <a:moveTo>
                  <a:pt x="0" y="0"/>
                </a:moveTo>
                <a:lnTo>
                  <a:pt x="3678393" y="0"/>
                </a:lnTo>
                <a:lnTo>
                  <a:pt x="4478865" y="0"/>
                </a:lnTo>
                <a:lnTo>
                  <a:pt x="4931853" y="0"/>
                </a:lnTo>
                <a:lnTo>
                  <a:pt x="4908487" y="137419"/>
                </a:lnTo>
                <a:lnTo>
                  <a:pt x="4886218" y="274232"/>
                </a:lnTo>
                <a:lnTo>
                  <a:pt x="4864421" y="411650"/>
                </a:lnTo>
                <a:lnTo>
                  <a:pt x="4845759" y="549673"/>
                </a:lnTo>
                <a:lnTo>
                  <a:pt x="4826941" y="687092"/>
                </a:lnTo>
                <a:lnTo>
                  <a:pt x="4809377" y="825115"/>
                </a:lnTo>
                <a:lnTo>
                  <a:pt x="4794322" y="961323"/>
                </a:lnTo>
                <a:lnTo>
                  <a:pt x="4780052" y="1099347"/>
                </a:lnTo>
                <a:lnTo>
                  <a:pt x="4767035" y="1236765"/>
                </a:lnTo>
                <a:lnTo>
                  <a:pt x="4755744" y="1371761"/>
                </a:lnTo>
                <a:lnTo>
                  <a:pt x="4744453" y="1508574"/>
                </a:lnTo>
                <a:lnTo>
                  <a:pt x="4735044" y="1643572"/>
                </a:lnTo>
                <a:lnTo>
                  <a:pt x="4727674" y="1778568"/>
                </a:lnTo>
                <a:lnTo>
                  <a:pt x="4719990" y="1912960"/>
                </a:lnTo>
                <a:lnTo>
                  <a:pt x="4713560" y="2046141"/>
                </a:lnTo>
                <a:lnTo>
                  <a:pt x="4709012" y="2178111"/>
                </a:lnTo>
                <a:lnTo>
                  <a:pt x="4705092" y="2310081"/>
                </a:lnTo>
                <a:lnTo>
                  <a:pt x="4701328" y="2440840"/>
                </a:lnTo>
                <a:lnTo>
                  <a:pt x="4699603" y="2569783"/>
                </a:lnTo>
                <a:lnTo>
                  <a:pt x="4697721" y="2698726"/>
                </a:lnTo>
                <a:lnTo>
                  <a:pt x="4696780" y="2825853"/>
                </a:lnTo>
                <a:lnTo>
                  <a:pt x="4697721" y="2951770"/>
                </a:lnTo>
                <a:lnTo>
                  <a:pt x="4697721" y="3076475"/>
                </a:lnTo>
                <a:lnTo>
                  <a:pt x="4699603" y="3199970"/>
                </a:lnTo>
                <a:lnTo>
                  <a:pt x="4702426" y="3321043"/>
                </a:lnTo>
                <a:lnTo>
                  <a:pt x="4705092" y="3440906"/>
                </a:lnTo>
                <a:lnTo>
                  <a:pt x="4708071" y="3558347"/>
                </a:lnTo>
                <a:lnTo>
                  <a:pt x="4712619" y="3675183"/>
                </a:lnTo>
                <a:lnTo>
                  <a:pt x="4717480" y="3790203"/>
                </a:lnTo>
                <a:lnTo>
                  <a:pt x="4721871" y="3902801"/>
                </a:lnTo>
                <a:lnTo>
                  <a:pt x="4734260" y="4122549"/>
                </a:lnTo>
                <a:lnTo>
                  <a:pt x="4747433" y="4333217"/>
                </a:lnTo>
                <a:lnTo>
                  <a:pt x="4761233" y="4535409"/>
                </a:lnTo>
                <a:lnTo>
                  <a:pt x="4776445" y="4726705"/>
                </a:lnTo>
                <a:lnTo>
                  <a:pt x="4792283" y="4909526"/>
                </a:lnTo>
                <a:lnTo>
                  <a:pt x="4809377" y="5079029"/>
                </a:lnTo>
                <a:lnTo>
                  <a:pt x="4826157" y="5238240"/>
                </a:lnTo>
                <a:lnTo>
                  <a:pt x="4842936" y="5384739"/>
                </a:lnTo>
                <a:lnTo>
                  <a:pt x="4858775" y="5519131"/>
                </a:lnTo>
                <a:lnTo>
                  <a:pt x="4873830" y="5638388"/>
                </a:lnTo>
                <a:lnTo>
                  <a:pt x="4888100" y="5746143"/>
                </a:lnTo>
                <a:lnTo>
                  <a:pt x="4900019" y="5836948"/>
                </a:lnTo>
                <a:lnTo>
                  <a:pt x="4911310" y="5913225"/>
                </a:lnTo>
                <a:lnTo>
                  <a:pt x="4927462" y="6017953"/>
                </a:lnTo>
                <a:lnTo>
                  <a:pt x="4932951" y="6053670"/>
                </a:lnTo>
                <a:lnTo>
                  <a:pt x="4478865" y="6053670"/>
                </a:lnTo>
                <a:lnTo>
                  <a:pt x="3683097" y="6053670"/>
                </a:lnTo>
                <a:lnTo>
                  <a:pt x="0" y="6053670"/>
                </a:lnTo>
                <a:close/>
              </a:path>
            </a:pathLst>
          </a:custGeom>
        </p:spPr>
      </p:pic>
      <p:sp>
        <p:nvSpPr>
          <p:cNvPr id="58" name="Freeform 5">
            <a:extLst>
              <a:ext uri="{FF2B5EF4-FFF2-40B4-BE49-F238E27FC236}">
                <a16:creationId xmlns:a16="http://schemas.microsoft.com/office/drawing/2014/main" id="{1AD5EB79-7F9A-4BBC-92A5-188382CBA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95061" y="1241266"/>
            <a:ext cx="5428551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dirty="0"/>
              <a:t>ML 24/25 Investigate Input reconstruction by using Classifiers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95061" y="4591665"/>
            <a:ext cx="5428551" cy="162232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r>
              <a:rPr lang="en-US"/>
              <a:t> 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9B8A17F-DC3A-4D9A-AA53-9BFB894CD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7FF807-331D-E1D9-5C25-E0D57AE6C39C}"/>
              </a:ext>
            </a:extLst>
          </p:cNvPr>
          <p:cNvSpPr txBox="1"/>
          <p:nvPr/>
        </p:nvSpPr>
        <p:spPr>
          <a:xfrm>
            <a:off x="398971" y="4879744"/>
            <a:ext cx="4685368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GB">
                <a:solidFill>
                  <a:schemeClr val="bg1"/>
                </a:solidFill>
              </a:rPr>
              <a:t>Team </a:t>
            </a:r>
            <a:r>
              <a:rPr lang="en-GB" err="1">
                <a:solidFill>
                  <a:schemeClr val="bg1"/>
                </a:solidFill>
              </a:rPr>
              <a:t>Untilted</a:t>
            </a:r>
            <a:endParaRPr lang="en-US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br>
              <a:rPr lang="en-GB">
                <a:solidFill>
                  <a:schemeClr val="bg1"/>
                </a:solidFill>
              </a:rPr>
            </a:br>
            <a:r>
              <a:rPr lang="en-GB">
                <a:solidFill>
                  <a:schemeClr val="bg1"/>
                </a:solidFill>
              </a:rPr>
              <a:t>~Priyanshu</a:t>
            </a:r>
            <a:br>
              <a:rPr lang="en-GB">
                <a:solidFill>
                  <a:schemeClr val="bg1"/>
                </a:solidFill>
              </a:rPr>
            </a:br>
            <a:r>
              <a:rPr lang="en-GB">
                <a:solidFill>
                  <a:schemeClr val="bg1"/>
                </a:solidFill>
              </a:rPr>
              <a:t>~Manoj</a:t>
            </a:r>
          </a:p>
          <a:p>
            <a:pPr>
              <a:spcAft>
                <a:spcPts val="600"/>
              </a:spcAft>
            </a:pPr>
            <a:r>
              <a:rPr lang="en-GB">
                <a:solidFill>
                  <a:schemeClr val="bg1"/>
                </a:solidFill>
              </a:rPr>
              <a:t>~Akshay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12B66-D523-FB46-68B8-568571D8F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EBEBEB"/>
                </a:solidFill>
                <a:latin typeface="Calibri"/>
                <a:ea typeface="+mj-lt"/>
                <a:cs typeface="+mj-lt"/>
              </a:rPr>
              <a:t>Objective</a:t>
            </a:r>
            <a:r>
              <a:rPr lang="en-GB" b="1" dirty="0">
                <a:solidFill>
                  <a:srgbClr val="EBEBEB"/>
                </a:solidFill>
                <a:latin typeface="Calibri"/>
                <a:ea typeface="Calibri"/>
                <a:cs typeface="Calibri"/>
              </a:rPr>
              <a:t> </a:t>
            </a:r>
            <a:endParaRPr lang="en-US" b="1" dirty="0">
              <a:solidFill>
                <a:srgbClr val="EBEBEB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2" name="Graphic 41" descr="Group Brainstorm">
            <a:extLst>
              <a:ext uri="{FF2B5EF4-FFF2-40B4-BE49-F238E27FC236}">
                <a16:creationId xmlns:a16="http://schemas.microsoft.com/office/drawing/2014/main" id="{E2311EFB-690D-456D-2FBD-1B5124E8C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1467" y="2603500"/>
            <a:ext cx="3031901" cy="322198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B056-E99F-3B42-4BB0-1BCDDF6EA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1336" y="2603500"/>
            <a:ext cx="6551597" cy="34163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GB" sz="1500" dirty="0">
              <a:latin typeface="Arial"/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1500" b="1" dirty="0">
                <a:latin typeface="Arial"/>
                <a:ea typeface="+mn-lt"/>
                <a:cs typeface="+mn-lt"/>
              </a:rPr>
              <a:t>Key Goals:</a:t>
            </a:r>
            <a:endParaRPr lang="en-GB" sz="1500" dirty="0">
              <a:latin typeface="Arial"/>
              <a:cs typeface="Arial"/>
            </a:endParaRPr>
          </a:p>
          <a:p>
            <a:pPr marL="269875" indent="-269875">
              <a:lnSpc>
                <a:spcPct val="90000"/>
              </a:lnSpc>
            </a:pPr>
            <a:r>
              <a:rPr lang="en-GB" sz="1500" dirty="0">
                <a:latin typeface="Arial"/>
                <a:ea typeface="+mn-lt"/>
                <a:cs typeface="+mn-lt"/>
              </a:rPr>
              <a:t>Run an extended </a:t>
            </a:r>
            <a:r>
              <a:rPr lang="en-GB" sz="1500" dirty="0" err="1">
                <a:latin typeface="Arial"/>
                <a:ea typeface="+mn-lt"/>
                <a:cs typeface="+mn-lt"/>
              </a:rPr>
              <a:t>SpatialLearning</a:t>
            </a:r>
            <a:r>
              <a:rPr lang="en-GB" sz="1500" dirty="0">
                <a:latin typeface="Arial"/>
                <a:ea typeface="+mn-lt"/>
                <a:cs typeface="+mn-lt"/>
              </a:rPr>
              <a:t> experiment.</a:t>
            </a:r>
            <a:endParaRPr lang="en-GB" sz="1500" dirty="0">
              <a:latin typeface="Arial"/>
              <a:cs typeface="Arial"/>
            </a:endParaRPr>
          </a:p>
          <a:p>
            <a:pPr marL="269875" indent="-269875">
              <a:lnSpc>
                <a:spcPct val="90000"/>
              </a:lnSpc>
            </a:pPr>
            <a:r>
              <a:rPr lang="en-GB" sz="1500" dirty="0">
                <a:latin typeface="Arial"/>
                <a:ea typeface="+mn-lt"/>
                <a:cs typeface="+mn-lt"/>
              </a:rPr>
              <a:t>Reconstruct inputs using the </a:t>
            </a:r>
            <a:r>
              <a:rPr lang="en-GB" sz="1500" dirty="0" err="1">
                <a:latin typeface="Arial"/>
                <a:ea typeface="+mn-lt"/>
                <a:cs typeface="+mn-lt"/>
              </a:rPr>
              <a:t>IClassifier</a:t>
            </a:r>
            <a:r>
              <a:rPr lang="en-GB" sz="1500" dirty="0">
                <a:latin typeface="Arial"/>
                <a:ea typeface="+mn-lt"/>
                <a:cs typeface="+mn-lt"/>
              </a:rPr>
              <a:t> interface.</a:t>
            </a:r>
            <a:endParaRPr lang="en-GB" sz="1500" dirty="0">
              <a:latin typeface="Arial"/>
              <a:cs typeface="Arial"/>
            </a:endParaRPr>
          </a:p>
          <a:p>
            <a:pPr marL="269875" indent="-269875">
              <a:lnSpc>
                <a:spcPct val="90000"/>
              </a:lnSpc>
            </a:pPr>
            <a:r>
              <a:rPr lang="en-GB" sz="1500" dirty="0">
                <a:latin typeface="Arial"/>
                <a:ea typeface="+mn-lt"/>
                <a:cs typeface="+mn-lt"/>
              </a:rPr>
              <a:t>Compare reconstructed inputs with original ones using similarity metrics.</a:t>
            </a:r>
            <a:endParaRPr lang="en-GB" sz="1500" dirty="0">
              <a:latin typeface="Arial"/>
              <a:cs typeface="Arial"/>
            </a:endParaRPr>
          </a:p>
          <a:p>
            <a:pPr marL="269875" indent="-269875">
              <a:lnSpc>
                <a:spcPct val="90000"/>
              </a:lnSpc>
            </a:pPr>
            <a:r>
              <a:rPr lang="en-GB" sz="1500" dirty="0">
                <a:latin typeface="Arial"/>
                <a:ea typeface="+mn-lt"/>
                <a:cs typeface="+mn-lt"/>
              </a:rPr>
              <a:t>Visualize results with similarity graphs for both classifiers.</a:t>
            </a:r>
            <a:endParaRPr lang="en-GB" sz="1500" dirty="0">
              <a:latin typeface="Arial"/>
              <a:cs typeface="Arial"/>
            </a:endParaRPr>
          </a:p>
          <a:p>
            <a:pPr marL="269875" indent="-269875">
              <a:lnSpc>
                <a:spcPct val="90000"/>
              </a:lnSpc>
            </a:pPr>
            <a:r>
              <a:rPr lang="en-GB" sz="1500" dirty="0" err="1">
                <a:latin typeface="Arial"/>
                <a:ea typeface="+mn-lt"/>
                <a:cs typeface="+mn-lt"/>
              </a:rPr>
              <a:t>Analyze</a:t>
            </a:r>
            <a:r>
              <a:rPr lang="en-GB" sz="1500" dirty="0">
                <a:latin typeface="Arial"/>
                <a:ea typeface="+mn-lt"/>
                <a:cs typeface="+mn-lt"/>
              </a:rPr>
              <a:t> and compare the performance of </a:t>
            </a:r>
            <a:r>
              <a:rPr lang="en-GB" sz="1500" dirty="0" err="1">
                <a:latin typeface="Arial"/>
                <a:ea typeface="+mn-lt"/>
                <a:cs typeface="+mn-lt"/>
              </a:rPr>
              <a:t>HtmClassifier</a:t>
            </a:r>
            <a:r>
              <a:rPr lang="en-GB" sz="1500" dirty="0">
                <a:latin typeface="Arial"/>
                <a:ea typeface="+mn-lt"/>
                <a:cs typeface="+mn-lt"/>
              </a:rPr>
              <a:t> vs. KNN.</a:t>
            </a:r>
            <a:endParaRPr lang="en-GB" sz="1500" dirty="0">
              <a:latin typeface="Arial"/>
              <a:cs typeface="Arial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1500" b="1" dirty="0">
                <a:latin typeface="Arial"/>
                <a:ea typeface="+mn-lt"/>
                <a:cs typeface="+mn-lt"/>
              </a:rPr>
              <a:t>Outcome:</a:t>
            </a:r>
            <a:endParaRPr lang="en-GB" sz="1500" dirty="0">
              <a:latin typeface="Arial"/>
              <a:ea typeface="+mn-lt"/>
              <a:cs typeface="Arial"/>
            </a:endParaRPr>
          </a:p>
          <a:p>
            <a:pPr marL="285750" indent="-285750">
              <a:lnSpc>
                <a:spcPct val="90000"/>
              </a:lnSpc>
            </a:pPr>
            <a:r>
              <a:rPr lang="en-GB" sz="1500" dirty="0">
                <a:latin typeface="Arial"/>
                <a:ea typeface="+mn-lt"/>
                <a:cs typeface="+mn-lt"/>
              </a:rPr>
              <a:t>Understand which classifier better preserves original inputs, offering insights for improved input reconstruction in HTM systems. 🚀</a:t>
            </a:r>
            <a:endParaRPr lang="en-GB" sz="1500" dirty="0">
              <a:latin typeface="Arial"/>
              <a:cs typeface="Arial"/>
            </a:endParaRPr>
          </a:p>
          <a:p>
            <a:pPr marL="269875" indent="-269875">
              <a:lnSpc>
                <a:spcPct val="90000"/>
              </a:lnSpc>
            </a:pP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1901418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3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3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3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  <p:bldP spid="3" grpId="2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3467A-2AA2-C160-3B75-F1C51E32D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33CE5-33BC-6E18-0C8A-44D06766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EBEBEB"/>
                </a:solidFill>
                <a:latin typeface="Calibri"/>
                <a:ea typeface="Calibri"/>
                <a:cs typeface="Calibri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D9852-958E-ECC0-8FEE-04BB1B69F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6397313" cy="3416300"/>
          </a:xfrm>
        </p:spPr>
        <p:txBody>
          <a:bodyPr anchor="ctr">
            <a:normAutofit/>
          </a:bodyPr>
          <a:lstStyle/>
          <a:p>
            <a:pPr marL="269875" indent="-269875">
              <a:buFont typeface="Arial"/>
              <a:buChar char="•"/>
            </a:pPr>
            <a:r>
              <a:rPr lang="en-GB" b="1">
                <a:latin typeface="Arial"/>
                <a:ea typeface="+mn-lt"/>
                <a:cs typeface="+mn-lt"/>
              </a:rPr>
              <a:t>Classifiers</a:t>
            </a:r>
            <a:r>
              <a:rPr lang="en-GB">
                <a:latin typeface="Arial"/>
                <a:ea typeface="+mn-lt"/>
                <a:cs typeface="+mn-lt"/>
              </a:rPr>
              <a:t> are models that categorize data into different classes.</a:t>
            </a:r>
            <a:endParaRPr lang="en-US">
              <a:latin typeface="Arial"/>
              <a:cs typeface="Arial"/>
            </a:endParaRPr>
          </a:p>
          <a:p>
            <a:pPr marL="269875" indent="-269875">
              <a:buFont typeface="Arial"/>
              <a:buChar char="•"/>
            </a:pPr>
            <a:r>
              <a:rPr lang="en-GB" b="1">
                <a:latin typeface="Arial"/>
                <a:ea typeface="+mn-lt"/>
                <a:cs typeface="+mn-lt"/>
              </a:rPr>
              <a:t>HTM (Hierarchical Temporal Memory)</a:t>
            </a:r>
            <a:r>
              <a:rPr lang="en-GB">
                <a:latin typeface="Arial"/>
                <a:ea typeface="+mn-lt"/>
                <a:cs typeface="+mn-lt"/>
              </a:rPr>
              <a:t> mimics the neocortex for learning patterns.</a:t>
            </a:r>
            <a:endParaRPr lang="en-GB">
              <a:latin typeface="Arial"/>
              <a:cs typeface="Arial"/>
            </a:endParaRPr>
          </a:p>
          <a:p>
            <a:pPr marL="269875" indent="-269875">
              <a:buFont typeface="Arial"/>
              <a:buChar char="•"/>
            </a:pPr>
            <a:r>
              <a:rPr lang="en-GB" b="1">
                <a:latin typeface="Arial"/>
                <a:ea typeface="+mn-lt"/>
                <a:cs typeface="+mn-lt"/>
              </a:rPr>
              <a:t>KNN (K-Nearest Neighbors)</a:t>
            </a:r>
            <a:r>
              <a:rPr lang="en-GB">
                <a:latin typeface="Arial"/>
                <a:ea typeface="+mn-lt"/>
                <a:cs typeface="+mn-lt"/>
              </a:rPr>
              <a:t> uses distance-based similarity for classification.</a:t>
            </a:r>
            <a:endParaRPr lang="en-GB">
              <a:latin typeface="Arial"/>
              <a:cs typeface="Arial"/>
            </a:endParaRPr>
          </a:p>
          <a:p>
            <a:pPr marL="269875" indent="-269875">
              <a:buFont typeface="Arial"/>
              <a:buChar char="•"/>
            </a:pPr>
            <a:r>
              <a:rPr lang="en-GB">
                <a:latin typeface="Arial"/>
                <a:ea typeface="+mn-lt"/>
                <a:cs typeface="+mn-lt"/>
              </a:rPr>
              <a:t>Goal: Understand how HTM and KNN can reconstruct inputs from encoded representations.</a:t>
            </a:r>
          </a:p>
          <a:p>
            <a:pPr marL="228600" indent="-228600">
              <a:buFont typeface=""/>
              <a:buChar char="•"/>
            </a:pPr>
            <a:endParaRPr lang="en-GB"/>
          </a:p>
        </p:txBody>
      </p:sp>
      <p:pic>
        <p:nvPicPr>
          <p:cNvPr id="50" name="Graphic 49" descr="Database">
            <a:extLst>
              <a:ext uri="{FF2B5EF4-FFF2-40B4-BE49-F238E27FC236}">
                <a16:creationId xmlns:a16="http://schemas.microsoft.com/office/drawing/2014/main" id="{BAD61A94-F07A-1517-3AC8-BE1E3A5D5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7013" y="2775951"/>
            <a:ext cx="3067163" cy="306716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985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DC992-8A38-5A23-0B91-D3CB8D9B9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914" y="333171"/>
            <a:ext cx="10727189" cy="118200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b="1">
                <a:latin typeface="Calibri"/>
                <a:ea typeface="Calibri"/>
                <a:cs typeface="Calibri"/>
              </a:rPr>
              <a:t>Overview of Classifiers</a:t>
            </a:r>
            <a:endParaRPr lang="en-US">
              <a:latin typeface="Calibri"/>
              <a:ea typeface="Calibri"/>
              <a:cs typeface="Calibri"/>
            </a:endParaRPr>
          </a:p>
          <a:p>
            <a:endParaRPr lang="en-GB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7CDD10-20DC-098C-F646-B6EEBF8A69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3553264"/>
              </p:ext>
            </p:extLst>
          </p:nvPr>
        </p:nvGraphicFramePr>
        <p:xfrm>
          <a:off x="2260600" y="1868056"/>
          <a:ext cx="7323138" cy="43711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8607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9EEC4-E6DC-97D1-EF90-9A0E04429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576" y="378363"/>
            <a:ext cx="10981409" cy="710238"/>
          </a:xfrm>
        </p:spPr>
        <p:txBody>
          <a:bodyPr anchor="t">
            <a:normAutofit/>
          </a:bodyPr>
          <a:lstStyle/>
          <a:p>
            <a:r>
              <a:rPr lang="en-GB" b="1">
                <a:latin typeface="Calibri"/>
                <a:ea typeface="Calibri"/>
                <a:cs typeface="Calibri"/>
              </a:rPr>
              <a:t>How Classifiers Work in HTM &amp; KNN</a:t>
            </a:r>
            <a:endParaRPr lang="en-US" sz="7500">
              <a:latin typeface="Calibri"/>
              <a:ea typeface="Calibri"/>
              <a:cs typeface="Calibri"/>
            </a:endParaRPr>
          </a:p>
          <a:p>
            <a:endParaRPr lang="en-GB" sz="7500"/>
          </a:p>
        </p:txBody>
      </p:sp>
      <p:graphicFrame>
        <p:nvGraphicFramePr>
          <p:cNvPr id="32" name="Content Placeholder 2">
            <a:extLst>
              <a:ext uri="{FF2B5EF4-FFF2-40B4-BE49-F238E27FC236}">
                <a16:creationId xmlns:a16="http://schemas.microsoft.com/office/drawing/2014/main" id="{8C824630-4D0B-C1D5-B7BD-B49A8E0DD3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3780266"/>
              </p:ext>
            </p:extLst>
          </p:nvPr>
        </p:nvGraphicFramePr>
        <p:xfrm>
          <a:off x="1591734" y="1871576"/>
          <a:ext cx="8602374" cy="45664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74979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32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32721-3359-E7AD-221F-91F626AC4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EBEBEB"/>
                </a:solidFill>
                <a:latin typeface="Calibri"/>
                <a:ea typeface="Calibri"/>
                <a:cs typeface="Calibri"/>
              </a:rPr>
              <a:t>Experiment Design</a:t>
            </a:r>
            <a:endParaRPr lang="en-US">
              <a:solidFill>
                <a:srgbClr val="EBEBEB"/>
              </a:solidFill>
              <a:latin typeface="Calibri"/>
              <a:ea typeface="Calibri"/>
              <a:cs typeface="Calibri"/>
            </a:endParaRPr>
          </a:p>
          <a:p>
            <a:endParaRPr lang="en-GB">
              <a:solidFill>
                <a:srgbClr val="EBEBEB"/>
              </a:solidFill>
            </a:endParaRP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AF510634-72C8-7903-3DF7-3996185C0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3481054" cy="34163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69875" indent="-269875"/>
            <a:r>
              <a:rPr lang="en-GB" sz="1600">
                <a:latin typeface="Arial"/>
                <a:ea typeface="+mn-lt"/>
                <a:cs typeface="+mn-lt"/>
              </a:rPr>
              <a:t>Implement a reconstruction experiment using HTM and KNN classifiers.</a:t>
            </a:r>
            <a:endParaRPr lang="en-GB" sz="1600">
              <a:latin typeface="Arial"/>
              <a:cs typeface="Arial"/>
            </a:endParaRPr>
          </a:p>
          <a:p>
            <a:pPr marL="269875" indent="-269875"/>
            <a:r>
              <a:rPr lang="en-GB" sz="1600">
                <a:latin typeface="Arial"/>
                <a:ea typeface="+mn-lt"/>
                <a:cs typeface="+mn-lt"/>
              </a:rPr>
              <a:t>Train the classifiers using SDR representations of scalar-encoded inputs.</a:t>
            </a:r>
            <a:endParaRPr lang="en-GB" sz="1600">
              <a:latin typeface="Arial"/>
              <a:cs typeface="Arial"/>
            </a:endParaRPr>
          </a:p>
          <a:p>
            <a:pPr marL="269875" indent="-269875"/>
            <a:r>
              <a:rPr lang="en-GB" sz="1600">
                <a:latin typeface="Arial"/>
                <a:ea typeface="+mn-lt"/>
                <a:cs typeface="+mn-lt"/>
              </a:rPr>
              <a:t>Compare the reconstructed input with the original.</a:t>
            </a:r>
            <a:endParaRPr lang="en-GB" sz="1600">
              <a:latin typeface="Arial"/>
            </a:endParaRPr>
          </a:p>
          <a:p>
            <a:pPr marL="269875" indent="-269875"/>
            <a:endParaRPr lang="en-GB" sz="1600"/>
          </a:p>
        </p:txBody>
      </p:sp>
      <p:pic>
        <p:nvPicPr>
          <p:cNvPr id="3" name="Picture 2" descr="A diagram of a computer hardware system&#10;&#10;AI-generated content may be incorrect.">
            <a:extLst>
              <a:ext uri="{FF2B5EF4-FFF2-40B4-BE49-F238E27FC236}">
                <a16:creationId xmlns:a16="http://schemas.microsoft.com/office/drawing/2014/main" id="{9A9868B7-BF38-87A4-0FE7-13825F231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612" y="2775951"/>
            <a:ext cx="5357489" cy="306716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65352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EF6C9-9465-DEC3-9461-9A2348072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>
                <a:latin typeface="Calibri"/>
                <a:ea typeface="Calibri"/>
                <a:cs typeface="Calibri"/>
              </a:rPr>
              <a:t>Flow Diagram</a:t>
            </a:r>
            <a:endParaRPr lang="en-US">
              <a:latin typeface="Calibri"/>
              <a:ea typeface="Calibri"/>
              <a:cs typeface="Calibri"/>
            </a:endParaRPr>
          </a:p>
          <a:p>
            <a:endParaRPr lang="en-GB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6CE106-E176-6839-022C-F978CCC516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4314260"/>
              </p:ext>
            </p:extLst>
          </p:nvPr>
        </p:nvGraphicFramePr>
        <p:xfrm>
          <a:off x="658533" y="2252308"/>
          <a:ext cx="5705048" cy="3779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5" name="Picture 24">
            <a:extLst>
              <a:ext uri="{FF2B5EF4-FFF2-40B4-BE49-F238E27FC236}">
                <a16:creationId xmlns:a16="http://schemas.microsoft.com/office/drawing/2014/main" id="{4DFC1062-6D8C-FB40-17A2-0ACBADCE64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8811" y="2539012"/>
            <a:ext cx="4143184" cy="348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840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44BEB-6BF4-E4CF-7FBD-1257C1A8B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0001"/>
            <a:ext cx="11075080" cy="1347682"/>
          </a:xfrm>
        </p:spPr>
        <p:txBody>
          <a:bodyPr anchor="t">
            <a:normAutofit/>
          </a:bodyPr>
          <a:lstStyle/>
          <a:p>
            <a:r>
              <a:rPr lang="en-GB" b="1">
                <a:latin typeface="Calibri"/>
                <a:ea typeface="Calibri"/>
                <a:cs typeface="Calibri"/>
              </a:rPr>
              <a:t>Methodology</a:t>
            </a:r>
            <a:endParaRPr lang="en-US">
              <a:latin typeface="Calibri"/>
              <a:ea typeface="Calibri"/>
              <a:cs typeface="Calibri"/>
            </a:endParaRPr>
          </a:p>
          <a:p>
            <a:endParaRPr lang="en-GB"/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74AC366F-AEB8-9D60-689C-87A9D86746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3900007"/>
              </p:ext>
            </p:extLst>
          </p:nvPr>
        </p:nvGraphicFramePr>
        <p:xfrm>
          <a:off x="546376" y="1990101"/>
          <a:ext cx="11077628" cy="4318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0328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24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FF66C-E9F0-0D20-DE01-0606E50EB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0001"/>
            <a:ext cx="11075080" cy="1809500"/>
          </a:xfrm>
        </p:spPr>
        <p:txBody>
          <a:bodyPr anchor="t">
            <a:normAutofit/>
          </a:bodyPr>
          <a:lstStyle/>
          <a:p>
            <a:r>
              <a:rPr lang="en-GB" b="1">
                <a:latin typeface="Calibri"/>
                <a:ea typeface="Calibri"/>
                <a:cs typeface="Calibri"/>
              </a:rPr>
              <a:t>Testing Methodology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36" name="Content Placeholder 5">
            <a:extLst>
              <a:ext uri="{FF2B5EF4-FFF2-40B4-BE49-F238E27FC236}">
                <a16:creationId xmlns:a16="http://schemas.microsoft.com/office/drawing/2014/main" id="{49E43C78-A580-A4CB-1CBA-1346E988ED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1333133"/>
              </p:ext>
            </p:extLst>
          </p:nvPr>
        </p:nvGraphicFramePr>
        <p:xfrm>
          <a:off x="1155700" y="2603500"/>
          <a:ext cx="88249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3075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36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4E067-FD8D-A60C-1068-B6693B934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788" y="255212"/>
            <a:ext cx="9657530" cy="1464541"/>
          </a:xfrm>
        </p:spPr>
        <p:txBody>
          <a:bodyPr anchor="t">
            <a:normAutofit/>
          </a:bodyPr>
          <a:lstStyle/>
          <a:p>
            <a:r>
              <a:rPr lang="en-GB" b="1">
                <a:latin typeface="Calibri"/>
                <a:ea typeface="Calibri"/>
                <a:cs typeface="Calibri"/>
              </a:rPr>
              <a:t>Training the Spatial Pooler</a:t>
            </a:r>
            <a:endParaRPr lang="en-US">
              <a:latin typeface="Calibri"/>
              <a:ea typeface="Calibri"/>
              <a:cs typeface="Calibri"/>
            </a:endParaRPr>
          </a:p>
          <a:p>
            <a:endParaRPr lang="en-GB" sz="8800"/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229B235F-D9DF-C599-CC77-0042CFEF80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8714601"/>
              </p:ext>
            </p:extLst>
          </p:nvPr>
        </p:nvGraphicFramePr>
        <p:xfrm>
          <a:off x="2461491" y="1717636"/>
          <a:ext cx="6408738" cy="4920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4280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24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CF61C-B641-46A2-D70B-4CF07DDE3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0001"/>
            <a:ext cx="11075080" cy="1809500"/>
          </a:xfrm>
        </p:spPr>
        <p:txBody>
          <a:bodyPr anchor="t">
            <a:normAutofit/>
          </a:bodyPr>
          <a:lstStyle/>
          <a:p>
            <a:r>
              <a:rPr lang="en-GB" b="1">
                <a:latin typeface="Calibri"/>
                <a:ea typeface="Calibri"/>
                <a:cs typeface="Calibri"/>
              </a:rPr>
              <a:t>Running the Experiment</a:t>
            </a:r>
            <a:endParaRPr lang="en-US">
              <a:latin typeface="Calibri"/>
              <a:ea typeface="Calibri"/>
              <a:cs typeface="Calibri"/>
            </a:endParaRPr>
          </a:p>
          <a:p>
            <a:endParaRPr lang="en-GB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4F94A4A-1256-DB63-6FF9-7D62CB8048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852305"/>
              </p:ext>
            </p:extLst>
          </p:nvPr>
        </p:nvGraphicFramePr>
        <p:xfrm>
          <a:off x="1155700" y="2603500"/>
          <a:ext cx="88249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8412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9A1E8-8849-8FA5-98AB-7C9A74A46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>
                <a:latin typeface="Calibri"/>
                <a:ea typeface="Calibri"/>
                <a:cs typeface="Calibri"/>
              </a:rPr>
              <a:t>Visualization Techniques</a:t>
            </a:r>
            <a:endParaRPr lang="en-US">
              <a:latin typeface="Calibri"/>
              <a:ea typeface="Calibri"/>
              <a:cs typeface="Calibri"/>
            </a:endParaRPr>
          </a:p>
          <a:p>
            <a:endParaRPr lang="en-GB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FFA401-4810-4A09-7788-5DBC376D3C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8928821"/>
              </p:ext>
            </p:extLst>
          </p:nvPr>
        </p:nvGraphicFramePr>
        <p:xfrm>
          <a:off x="540000" y="2528887"/>
          <a:ext cx="10637310" cy="3779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3159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4A911-3D98-40DC-1E49-0FD79BA34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0001"/>
            <a:ext cx="11075080" cy="1809500"/>
          </a:xfrm>
        </p:spPr>
        <p:txBody>
          <a:bodyPr anchor="t">
            <a:normAutofit/>
          </a:bodyPr>
          <a:lstStyle/>
          <a:p>
            <a:r>
              <a:rPr lang="en-GB" b="1"/>
              <a:t>Similarity Check for Validation</a:t>
            </a:r>
            <a:endParaRPr lang="en-US"/>
          </a:p>
          <a:p>
            <a:endParaRPr lang="en-GB"/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331E4B85-09D1-78D6-A8B7-B29F65ABB5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4008846"/>
              </p:ext>
            </p:extLst>
          </p:nvPr>
        </p:nvGraphicFramePr>
        <p:xfrm>
          <a:off x="539750" y="2528888"/>
          <a:ext cx="11101388" cy="3779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2937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5303C-CF15-CE1C-85AD-8D1493B17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Calibri"/>
                <a:ea typeface="Calibri"/>
                <a:cs typeface="Calibri"/>
              </a:rPr>
              <a:t>Performance of HTM vs. KNN.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9AE98-720A-C5EC-8B42-DB9FED7BC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69875" indent="-269875"/>
            <a:r>
              <a:rPr lang="en-GB">
                <a:latin typeface="Arial"/>
                <a:cs typeface="Arial"/>
              </a:rPr>
              <a:t>•</a:t>
            </a:r>
            <a:r>
              <a:rPr lang="en-GB"/>
              <a:t>Graph needs to be added</a:t>
            </a:r>
          </a:p>
          <a:p>
            <a:pPr marL="269875" indent="-269875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6770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4DA4C-04FA-AD68-ED65-9EAF61652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Calibri"/>
                <a:ea typeface="Calibri"/>
                <a:cs typeface="Calibri"/>
              </a:rPr>
              <a:t>Similarity functions for validation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B7982-C969-44E0-F9B6-1840D87E5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69875" indent="-269875"/>
            <a:r>
              <a:rPr lang="en-GB">
                <a:latin typeface="Arial"/>
                <a:cs typeface="Arial"/>
              </a:rPr>
              <a:t>•</a:t>
            </a:r>
            <a:r>
              <a:rPr lang="en-GB"/>
              <a:t>Need to add the graph</a:t>
            </a:r>
          </a:p>
          <a:p>
            <a:pPr marL="269875" indent="-269875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5742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3A9B6-346B-B23D-294A-0650D58F4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GB" b="1">
                <a:latin typeface="Calibri"/>
                <a:ea typeface="Calibri"/>
                <a:cs typeface="Calibri"/>
              </a:rPr>
              <a:t>Example of Similarity Computation</a:t>
            </a:r>
            <a:endParaRPr lang="en-US">
              <a:latin typeface="Calibri"/>
              <a:ea typeface="Calibri"/>
              <a:cs typeface="Calibri"/>
            </a:endParaRPr>
          </a:p>
          <a:p>
            <a:endParaRPr lang="en-GB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6ADBD3-94B7-CF36-BE12-32ABC1EC47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3796614"/>
              </p:ext>
            </p:extLst>
          </p:nvPr>
        </p:nvGraphicFramePr>
        <p:xfrm>
          <a:off x="1155700" y="2603500"/>
          <a:ext cx="88249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4777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49943-473D-8884-728C-152B0B11D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EBEBEB"/>
                </a:solidFill>
                <a:latin typeface="Calibri"/>
                <a:ea typeface="+mj-lt"/>
                <a:cs typeface="+mj-lt"/>
              </a:rPr>
              <a:t>KNN Classifier Performance</a:t>
            </a:r>
            <a:endParaRPr lang="en-US" b="1">
              <a:solidFill>
                <a:srgbClr val="EBEBEB"/>
              </a:solidFill>
              <a:latin typeface="Calibri"/>
              <a:ea typeface="+mj-lt"/>
              <a:cs typeface="+mj-lt"/>
            </a:endParaRP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35C531EE-6942-4798-3799-BD199D25B3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4165762"/>
              </p:ext>
            </p:extLst>
          </p:nvPr>
        </p:nvGraphicFramePr>
        <p:xfrm>
          <a:off x="1286934" y="2586566"/>
          <a:ext cx="10333504" cy="34251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6644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292AC-5C07-29AB-8FE9-AA25A9F1B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EBEBEB"/>
                </a:solidFill>
                <a:latin typeface="Calibri"/>
                <a:ea typeface="+mj-lt"/>
                <a:cs typeface="+mj-lt"/>
              </a:rPr>
              <a:t>Comparing HTM and KNN Classifiers</a:t>
            </a:r>
            <a:endParaRPr lang="en-US" b="1">
              <a:solidFill>
                <a:srgbClr val="EBEBEB"/>
              </a:solidFill>
              <a:latin typeface="Calibri"/>
              <a:ea typeface="+mj-lt"/>
              <a:cs typeface="+mj-lt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3BC397C-926F-927C-5960-9002E48E97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5764258"/>
              </p:ext>
            </p:extLst>
          </p:nvPr>
        </p:nvGraphicFramePr>
        <p:xfrm>
          <a:off x="1286934" y="2925232"/>
          <a:ext cx="9625383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2166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64375-6ABA-A029-96E6-36BD79D51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EBEBEB"/>
                </a:solidFill>
                <a:latin typeface="Calibri"/>
                <a:ea typeface="+mj-lt"/>
                <a:cs typeface="+mj-lt"/>
              </a:rPr>
              <a:t>Challenges Faced</a:t>
            </a:r>
            <a:endParaRPr lang="en-US" b="1">
              <a:solidFill>
                <a:srgbClr val="EBEBEB"/>
              </a:solidFill>
              <a:latin typeface="Calibri"/>
              <a:ea typeface="+mj-lt"/>
              <a:cs typeface="+mj-lt"/>
            </a:endParaRPr>
          </a:p>
          <a:p>
            <a:endParaRPr lang="en-GB">
              <a:solidFill>
                <a:srgbClr val="EBEBEB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CB2257-593A-8D1C-473B-2D796243FF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5447872"/>
              </p:ext>
            </p:extLst>
          </p:nvPr>
        </p:nvGraphicFramePr>
        <p:xfrm>
          <a:off x="1286934" y="2925232"/>
          <a:ext cx="9625383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4433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19C03-13A6-EB46-CF79-E77109B90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4500561" cy="2181946"/>
          </a:xfrm>
        </p:spPr>
        <p:txBody>
          <a:bodyPr anchor="t">
            <a:normAutofit/>
          </a:bodyPr>
          <a:lstStyle/>
          <a:p>
            <a:r>
              <a:rPr lang="en-GB" b="1">
                <a:ea typeface="+mj-lt"/>
                <a:cs typeface="+mj-lt"/>
              </a:rPr>
              <a:t> </a:t>
            </a:r>
            <a:r>
              <a:rPr lang="en-GB" b="1">
                <a:latin typeface="Calibri"/>
                <a:ea typeface="+mj-lt"/>
                <a:cs typeface="+mj-lt"/>
              </a:rPr>
              <a:t>Discussion of Results</a:t>
            </a:r>
            <a:endParaRPr lang="en-US" b="1">
              <a:latin typeface="Calibri"/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28E65-CA8A-2BE8-ED7C-BE68429ED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947121"/>
            <a:ext cx="4500562" cy="33616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lvl="1" indent="-285750">
              <a:spcBef>
                <a:spcPct val="0"/>
              </a:spcBef>
              <a:spcAft>
                <a:spcPts val="600"/>
              </a:spcAft>
              <a:buFont typeface="Arial,Sans-Serif" panose="020B0604020202020204" pitchFamily="34" charset="0"/>
              <a:buChar char="•"/>
            </a:pPr>
            <a:endParaRPr lang="en-GB" dirty="0">
              <a:latin typeface="Arial"/>
              <a:ea typeface="+mn-lt"/>
              <a:cs typeface="+mn-lt"/>
            </a:endParaRPr>
          </a:p>
          <a:p>
            <a:pPr marL="285750" lvl="1" indent="-285750">
              <a:spcBef>
                <a:spcPct val="0"/>
              </a:spcBef>
              <a:spcAft>
                <a:spcPts val="600"/>
              </a:spcAft>
              <a:buFont typeface="Arial,Sans-Serif" panose="020B0604020202020204" pitchFamily="34" charset="0"/>
              <a:buChar char="•"/>
            </a:pPr>
            <a:r>
              <a:rPr lang="en-GB" dirty="0">
                <a:latin typeface="Arial"/>
                <a:ea typeface="+mn-lt"/>
                <a:cs typeface="+mn-lt"/>
              </a:rPr>
              <a:t>HTM: Performs better for sequential and structured data.</a:t>
            </a:r>
          </a:p>
          <a:p>
            <a:pPr marL="285750" lvl="1" indent="-285750">
              <a:spcBef>
                <a:spcPct val="0"/>
              </a:spcBef>
              <a:spcAft>
                <a:spcPts val="600"/>
              </a:spcAft>
              <a:buFont typeface="Arial,Sans-Serif" panose="020B0604020202020204" pitchFamily="34" charset="0"/>
              <a:buChar char="•"/>
            </a:pPr>
            <a:r>
              <a:rPr lang="en-GB" dirty="0">
                <a:latin typeface="Arial"/>
                <a:ea typeface="+mn-lt"/>
                <a:cs typeface="+mn-lt"/>
              </a:rPr>
              <a:t>KNN: Works well for classification but less effective for reconstruction.</a:t>
            </a:r>
          </a:p>
          <a:p>
            <a:pPr marL="285750" lvl="1" indent="-285750">
              <a:spcBef>
                <a:spcPct val="0"/>
              </a:spcBef>
              <a:spcAft>
                <a:spcPts val="600"/>
              </a:spcAft>
              <a:buFont typeface="Arial,Sans-Serif" panose="020B0604020202020204" pitchFamily="34" charset="0"/>
              <a:buChar char="•"/>
            </a:pPr>
            <a:r>
              <a:rPr lang="en-GB" dirty="0">
                <a:latin typeface="Arial"/>
                <a:ea typeface="+mn-lt"/>
                <a:cs typeface="+mn-lt"/>
              </a:rPr>
              <a:t>Conclusion: Choice of classifier depends on dataset characteristics.</a:t>
            </a:r>
          </a:p>
          <a:p>
            <a:pPr marL="285750" lvl="1" indent="-285750">
              <a:spcBef>
                <a:spcPct val="0"/>
              </a:spcBef>
              <a:spcAft>
                <a:spcPts val="600"/>
              </a:spcAft>
              <a:buFont typeface="Arial,Sans-Serif" panose="020B0604020202020204" pitchFamily="34" charset="0"/>
              <a:buChar char="•"/>
            </a:pPr>
            <a:endParaRPr lang="en-GB" dirty="0">
              <a:latin typeface="Arial"/>
              <a:ea typeface="+mn-lt"/>
              <a:cs typeface="+mn-lt"/>
            </a:endParaRPr>
          </a:p>
          <a:p>
            <a:pPr marL="285750" lvl="1" indent="-285750">
              <a:spcBef>
                <a:spcPct val="0"/>
              </a:spcBef>
              <a:spcAft>
                <a:spcPts val="600"/>
              </a:spcAft>
              <a:buFont typeface="Arial,Sans-Serif" panose="020B0604020202020204" pitchFamily="34" charset="0"/>
              <a:buChar char="•"/>
            </a:pPr>
            <a:endParaRPr lang="en-GB" dirty="0">
              <a:latin typeface="Arial"/>
              <a:ea typeface="+mn-lt"/>
              <a:cs typeface="+mn-lt"/>
            </a:endParaRPr>
          </a:p>
          <a:p>
            <a:pPr marL="285750" lvl="1" indent="-285750">
              <a:spcBef>
                <a:spcPct val="0"/>
              </a:spcBef>
              <a:spcAft>
                <a:spcPts val="600"/>
              </a:spcAft>
              <a:buFont typeface="Arial,Sans-Serif" panose="020B0604020202020204" pitchFamily="34" charset="0"/>
              <a:buChar char="•"/>
            </a:pPr>
            <a:endParaRPr lang="en-GB">
              <a:latin typeface="Arial"/>
              <a:ea typeface="+mn-lt"/>
              <a:cs typeface="+mn-lt"/>
            </a:endParaRPr>
          </a:p>
          <a:p>
            <a:pPr marL="285750" lvl="1" indent="-285750">
              <a:spcBef>
                <a:spcPct val="0"/>
              </a:spcBef>
              <a:spcAft>
                <a:spcPts val="600"/>
              </a:spcAft>
              <a:buFont typeface="Arial,Sans-Serif" panose="020B0604020202020204" pitchFamily="34" charset="0"/>
              <a:buChar char="•"/>
            </a:pPr>
            <a:endParaRPr lang="en-GB" dirty="0">
              <a:latin typeface="Arial"/>
              <a:ea typeface="+mn-lt"/>
              <a:cs typeface="+mn-lt"/>
            </a:endParaRPr>
          </a:p>
        </p:txBody>
      </p:sp>
      <p:pic>
        <p:nvPicPr>
          <p:cNvPr id="7" name="Graphic 6" descr="Tick">
            <a:extLst>
              <a:ext uri="{FF2B5EF4-FFF2-40B4-BE49-F238E27FC236}">
                <a16:creationId xmlns:a16="http://schemas.microsoft.com/office/drawing/2014/main" id="{5BD94BAA-8354-517A-CBAE-1F8969617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1970" y="2029242"/>
            <a:ext cx="36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3227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507CA-384E-3EDE-1826-9FDBE6094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EBEBEB"/>
                </a:solidFill>
                <a:latin typeface="Calibri"/>
                <a:ea typeface="+mj-lt"/>
                <a:cs typeface="+mj-lt"/>
              </a:rPr>
              <a:t>Conclusion</a:t>
            </a:r>
            <a:endParaRPr lang="en-US" b="1">
              <a:solidFill>
                <a:srgbClr val="EBEBEB"/>
              </a:solidFill>
              <a:latin typeface="Calibri"/>
              <a:ea typeface="+mj-lt"/>
              <a:cs typeface="+mj-lt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667F80-1C79-A69F-8A39-AB24921D97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6719604"/>
              </p:ext>
            </p:extLst>
          </p:nvPr>
        </p:nvGraphicFramePr>
        <p:xfrm>
          <a:off x="1286934" y="2925232"/>
          <a:ext cx="9625383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00140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FF839-8019-FD59-0E2F-76F98B4C3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499" y="3432030"/>
            <a:ext cx="4500562" cy="33616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6000" b="1"/>
              <a:t>Thank you</a:t>
            </a:r>
            <a:endParaRPr lang="en-US" sz="6000" b="1"/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5C14C6AC-0E5E-4256-E297-2E15C48B1B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85400" y="2368422"/>
            <a:ext cx="36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53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  <wetp:taskpane dockstate="right" visibility="1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55869D46-89D1-4E02-80B9-54410B8CE584}">
  <we:reference id="wa200005566" version="1.0.0.0" store="en-US" storeType="omex"/>
  <we:alternateReferences>
    <we:reference id="wa200005566" version="1.0.0.0" store="omex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F8E11DAD-8A6E-4576-9BCA-8E684D6B93F7}">
  <we:reference id="wa200005669" version="2.0.0.0" store="en-US" storeType="omex"/>
  <we:alternateReferences>
    <we:reference id="wa200005669" version="2.0.0.0" store="omex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713</Words>
  <Application>Microsoft Macintosh PowerPoint</Application>
  <PresentationFormat>Widescreen</PresentationFormat>
  <Paragraphs>113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Arial,Sans-Serif</vt:lpstr>
      <vt:lpstr>Calibri</vt:lpstr>
      <vt:lpstr>Century Gothic</vt:lpstr>
      <vt:lpstr>Wingdings 3</vt:lpstr>
      <vt:lpstr>Ion Boardroom</vt:lpstr>
      <vt:lpstr>ML 24/25 Investigate Input reconstruction by using Classifiers</vt:lpstr>
      <vt:lpstr>Objective </vt:lpstr>
      <vt:lpstr>Introduction</vt:lpstr>
      <vt:lpstr>Overview of Classifiers </vt:lpstr>
      <vt:lpstr>How Classifiers Work in HTM &amp; KNN </vt:lpstr>
      <vt:lpstr>Experiment Design </vt:lpstr>
      <vt:lpstr>Flow Diagram </vt:lpstr>
      <vt:lpstr>Methodology </vt:lpstr>
      <vt:lpstr>Testing Methodology</vt:lpstr>
      <vt:lpstr>Training the Spatial Pooler </vt:lpstr>
      <vt:lpstr>Running the Experiment </vt:lpstr>
      <vt:lpstr>Visualization Techniques </vt:lpstr>
      <vt:lpstr>Similarity Check for Validation </vt:lpstr>
      <vt:lpstr>Performance of HTM vs. KNN.</vt:lpstr>
      <vt:lpstr>Similarity functions for validation</vt:lpstr>
      <vt:lpstr>Example of Similarity Computation </vt:lpstr>
      <vt:lpstr>KNN Classifier Performance</vt:lpstr>
      <vt:lpstr>Comparing HTM and KNN Classifiers</vt:lpstr>
      <vt:lpstr>Challenges Faced </vt:lpstr>
      <vt:lpstr> Discussion of Results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24/25 Investigate Input reconstruction by using Classifiers</dc:title>
  <dc:creator/>
  <cp:lastModifiedBy>Microsoft Office User</cp:lastModifiedBy>
  <cp:revision>28</cp:revision>
  <dcterms:created xsi:type="dcterms:W3CDTF">2025-03-05T23:38:40Z</dcterms:created>
  <dcterms:modified xsi:type="dcterms:W3CDTF">2025-03-18T13:57:39Z</dcterms:modified>
</cp:coreProperties>
</file>